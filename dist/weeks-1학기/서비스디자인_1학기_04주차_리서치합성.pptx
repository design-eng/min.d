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4주차는 학기에서 가장 손이 많이 움직이는 주다. 강의를 길게 끌지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원자료를 해석 없이 묶어 패턴을 찾을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— 카테고리를 미리 정하지 않고 데이터에서 올라오게 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묶음에 이름을 붙여 인사이트 문장으로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관찰했고 그래서 무엇을 알게 되었는가'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 사람을 하나의 퍼소나로 압축할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평균값이 아니라 대표 사례를 만드는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시간축 위에 경험을 배치하고 감정선을 그릴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3주차에 기록한 시간과 감정이 여기서 쓰인다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저니맵에서 문제 지점을 특정할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POV와 HMW의 재료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결과물은 손으로 만든 것이어도 됩니다. 완성도보다 '끝까지 만들어 본 것'이 중요합니다.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