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합성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어피니티 다이어그램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어피니티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쓸모 있는 묶음과 아닌 묶음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퍼소나와 사용자 여정맵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퍼소나에 무엇을 담는가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장벽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도구인 퍼소나와 장식인 퍼소나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저니맵의 다섯 개 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감정선은 이렇게 찍습니다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어피니티 다이어그램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퍼소나와 저니맵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2026-10-06T11:49:44Z</dcterms:created>
  <dcterms:modified xsi:type="dcterms:W3CDTF">2026-10-06T11:49:44Z</dcterms:modified>
</cp:coreProperties>
</file>