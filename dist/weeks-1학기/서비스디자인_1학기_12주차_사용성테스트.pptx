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오늘의 목적은 '잘 만들었는지 확인'이 아니라 '무엇이 안 되는지 찾기'다. 참가자가 헤매면 성공이라고 시작할 때 못 박아 둘 것. 학생이 테스트 중에 설명하려 드는 것을 막는 것이 진행의 90%다.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수업 내 5인 확보는 조를 순환시켜 해결한다. 4인 조 두 개를 교차하면 1인당 4~5명을 만날 수 있다. 외부인 1~2명을 미리 섭외해 오게 하면 더 좋지만 필수로 하지는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20분 구간. 인터랙션 연결 시연은 화면 두 개를 잇는 것만 보여 주면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인터랙션을 예쁘게 만드느라 테스트 시간을 다 쓰는 학생이 매년 나온다. 45분 안에 끝내게 시간을 강제할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시나리오의 대부분이 오른쪽이다. 왼쪽 세 문장을 그대로 예시로 나눠 주면 바로 고쳐 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3단계를 건너뛰면 테스트가 첫 참가자에서 무너진다. 순회하며 '직접 해 봤는지' 반드시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20분 구간. 강사가 나쁜 진행 시범을 먼저 보이고 좋은 진행을 보이면 차이가 극명하게 전달된다.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30초 규칙을 정해 주지 않으면 학생이 견디지 못하고 알려 준다. 숫자로 못 박아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2인 1조 진행/기록 분리를 기본으로 할 것. 혼자 하면 기록이 거의 남지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5인이 원칙이지만 수업 안에서 4인까지가 현실적이다. 5번째는 과제로 돌리고 리포트에 참가자 수를 명시하게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문장이 15주차 발표 질의에서 학생을 구한다. 미리 알려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문제를 못 찾아 온 학생은 대부분 과제 문장이 잘못됐다. 리포트를 보고 과제 문장부터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테스트 결과를 '대체로 만족했다'로 요약해 오는 학생이 있다. 만족은 결과가 아니라 인상이다. 과제 설명에 '문제 목록이 없으면 미제출로 본다'고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프로토타입 &amp; 사용성 테스트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설계를 스스로 반증합니다.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발견한 문제가 패널의 근거가 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25% · 프로토타입 제작과 테스트 75% — 오늘은 사람을 만납니다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1식 · 사용성 테스트 결과 리포트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25% · 프로토타입 제작과 테스트 75% — 오늘은 사람을 만납니다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프로토타입 연결과 테스트 설계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00:20–01:05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Figma 인터랙션 연결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01:05–01:15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01:15–01:35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진행자 규칙과 기록법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01:35–02:25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상호 테스트 (5인 릴레이)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 순환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02:25–02:50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정리 — 문제 목록과 우선순위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02:50–03:00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안내 · 패널 준비물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프로토타입과 테스트 설계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완벽하게 만들지 않습니다. 세 과제가 굴러갈 만큼만 연결합니다.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연결은 세 플로우만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버튼을 연결하려 하면 오늘 테스트를 못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과제에 필요한 길만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과제 3개가 지나가는 화면만 연결합니다. 다른 버튼은 눌러도 아무 일이 없어도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막다른 길 하나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 눌렀을 때 돌아올 수 있게 뒤로 가기만 열어 둡니다. 없으면 참가자가 갇혀서 테스트가 끝납니다.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 효과는 최소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화려한 애니메이션은 테스트에 방해가 됩니다. 기본 전환이나 즉시 전환으로 두세요.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스마트 애니메이트에 시간을 쓰지 마세요. 오늘 필요한 것은 '눌러서 다음으로 넘어간다'까지입니다.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과제 — 유도하지 않는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문장이 답을 알려 주면 테스트가 아니라 시연이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27632"/>
            <a:ext cx="525460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쓰면 무의미합니다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상황으로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오후에 예약을 하나 잡아야 합니다. 해 보세요."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상황으로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"예약 화면에서 날짜를 고르고 확인 버튼을 누르세요." — 순서를 다 알려 줍니다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목적으로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"이번 주에 뭘 예약해 뒀는지 확인해 보세요."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목적으로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"마이페이지 탭에서 예약 내역을 보세요." — 어디 있는지 찾는 과정이 사라집니다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끝을 열어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"예약을 하나 취소하고 싶습니다."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끝을 열어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"취소가 잘 되는지 확인해 주세요." — 평가를 부탁하면 칭찬이 돌아옵니다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프로토타입 연결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45분 뒤에는 무조건 테스트를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 3개 확정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초안을 유도 없는 문장으로 고칩니다. 옆 사람에게 읽어 주고 무엇을 하라는 건지 알아듣는지 확인합니다.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25분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길 연결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3개가 지나는 화면을 순서대로 연결합니다. 각 과제를 자기가 한 번씩 눌러 끝까지 가 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막힌 곳 뚫기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해 보다 막힌 곳을 고칩니다. 자기가 막히면 참가자는 반드시 막힙니다.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기록 준비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기록지를 열고 참가자 번호 · 과제 번호 · 관찰 · 발언 네 칸을 만듭니다.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진행자는 침묵합니다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설명하고 싶은 충동을 참는 20분이 오늘 가장 어려운 부분입니다.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MODERATE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진행자 규칙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15분 · 참가자 1명. 이 규칙만 지키면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"생각하시는 걸 소리 내어 말해 주세요"로 시작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참가자가 멈추면 "지금 무슨 생각 하셨어요?"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하실 것 같으세요?"로 되묻기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관찰한 것을 그대로 적기 — 클릭 · 멈춤 · 되돌아감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하지 않는 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 알려 주기 — 막힌 것이 오늘의 발견입니다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"거기 아니고 여기요" — 절대 금지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"이거 어떠세요? 괜찮죠?" — 동의를 구하지 않습니다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변명하기 — "원래는 이렇게 되는데요"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참가자가 30초 이상 막히면 그때 "괜찮습니다, 다음 과제로 갈게요"라고 하고 넘어갑니다. 답을 알려 주지 않습니다.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기록은 세 가지만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중에 해석하지 않습니다. 해석은 끝나고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어디를 눌렀고 어디서 멈췄고 어디로 되돌아갔는지. 시각을 함께 적으면 나중에 순서를 복원할 수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참가자의 말을 그대로. 요약하지 않습니다. "이게 뭐지?" 한 마디가 패널에 실릴 인용문이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 결과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· 도움받아 성공 · 실패 셋 중 하나. 애매하면 실패로 적습니다. 관대하게 적으면 데이터가 무의미해집니다.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2인 1조로 하면 한 명이 진행하고 한 명이 기록합니다. 혼자 하면 화면 녹화를 켜 두세요.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상호 테스트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· 조 순환 — 1인당 4~5명의 참가자를 만납니다.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1라운드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A조가 진행자, B조가 참가자. 참가자는 자기 프로젝트를 아는 사람이 아니어야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2라운드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교대. 진행자는 앞 라운드에서 자기가 참가자로 겪은 것을 떠올리며 진행합니다.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3~4라운드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조를 바꿔 다시 두 번. 같은 사람에게 두 번 테스트하지 않습니다.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5번째 참가자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조 · 다른 학년 · 미리 섭외한 외부인 중 가능한 사람으로 한 명 더. 어려우면 4명으로 마칩니다.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정리 — 빈도와 심각도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 안에 여기까지 합니다. 고치는 것은 과제입니다.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빈도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명에게서 나왔나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4~5명 — 구조 문제입니다. 반드시 고칩니다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2~3명 — 확인이 필요한 문제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1명 — 개인차일 수 있습니다. 보류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적어 두면 우선순위가 저절로 나옵니다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심각도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치명적인가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실패 — 목적을 이루지 못함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헤맴 — 결국 했지만 시간이 걸림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사소함 — 언급했지만 진행에 지장 없음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실패부터 고칩니다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고칠 것 3개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이상은 시간이 없습니다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높고 심각도 높은 것부터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것마다 무엇을 어떻게 바꿀지 한 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고치는 것도 목록에 남깁니다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"알고도 안 고쳤다"는 판단이지 실수가 아닙니다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고치지 않기로 한 문제는 패널에 '남은 과제'로 적을 수 있습니다. 감추는 것보다 훨씬 좋은 인상을 줍니다.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여기까지가 개발 구간의 끝입니다. 13주차부터는 패널을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프로토타입에서 핵심 플로우 3개가 끝까지 이어진다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과제 3개가 유도 없는 문장으로 쓰였다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 4명 이상을 테스트했고 인원을 리포트에 명시했다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기록에 행동 · 발언 · 과제 결과 세 가지가 다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 발언이 요약이 아니라 원문으로 인용되어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목록이 빈도와 심각도로 분류되어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 3개와 각각의 수정 방향이 적혀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사진과 인용문을 패널 소재로 따로 모아 두었다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'대체로 잘 썼다'는 결과가 아닙니다. 문제를 하나도 못 찾았다면 과제 문장이 유도했을 가능성이 큽니다.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13주차부터 전달 구간입니다. 화면이 아니라 패널을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결과 리포트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문제를 전부 나열하고, 빈도(몇 명에게서)와 심각도(과제 실패 / 헤맴 / 사소함)로 분류합니다. 참가자 발언을 그대로 인용하세요.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 우선순위 3개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 세 가지와 각각의 근거. 시간이 없으므로 세 개만 고칩니다. 나머지는 '알고도 안 고친 것'으로 기록합니다.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소재 정리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사진 · 참가자 인용 · 문제 발견 장면. 13~14주 패널에 들어갈 재료를 지금 정리해 두세요.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13주차 수업 시작 전까지 · 리포트와 프로토타입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레이아웃 설계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패널의 정보 위계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가독성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그리드와 여백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스토리텔링 순서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리포트 · 수정 우선순위 3개 · 8주차 스토리라인 · 완성 화면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12주차 프로토타입 &amp; 사용성 테스트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12주차 프로토타입 &amp; 사용성 테스트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2026-10-06T13:04:16Z</dcterms:created>
  <dcterms:modified xsi:type="dcterms:W3CDTF">2026-10-06T13:04:16Z</dcterms:modified>
</cp:coreProperties>
</file>