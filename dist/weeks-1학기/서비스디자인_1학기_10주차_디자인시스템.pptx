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디자인 시스템을 '나중에 정리하는 것'으로 아는 학생이 많다. 먼저 만들면 11주차 속도가 세 배 빨라지고, 나중에 만들면 영원히 안 만들어진다. 오늘 만든 컴포넌트 개수가 다음 주 화면 수를 결정한다.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Figma 숙련도 편차가 가장 크게 드러나는 주차다. 컴포넌트와 배리언트를 처음 쓰는 학생이 있으므로 시연을 천천히 하고, 익숙한 학생에게 옆자리를 돕게 하면 전체 속도가 붙는다.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35분 구간. 토큰 개념을 어렵게 설명하지 말 것 — '값에 이름을 붙여 한 곳에서 관리한다'면 충분하다.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'강조색 하나' 원칙을 지키게 하는 것만으로 학생 작업 품질이 눈에 띄게 올라간다.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서체를 세 개 쓰는 학생이 매년 나온다. '한 벌 안에서 굵기로 푼다'를 기본으로 잡아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간격을 8의 배수로 통일하는 것만으로 학생 화면의 정렬 문제 절반이 사라진다. 마지막 7분을 건너뛰지 말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30분 구간. 배리언트 만드는 법을 화면 공유로 천천히 시연한다. 여기서 못 따라오면 실습이 통째로 막힌다.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빈 상태(empty state)를 아예 모르는 학생이 많다. 실제 서비스 예시를 두세 개 보여 주면 바로 이해한다.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4단계 이름 규칙을 반드시 시킬 것. 이름 없이 만든 컴포넌트는 다음 주에 사실상 없는 것과 같다.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오른쪽 두 번째가 가장 흔하다. Figma에서 간격 값을 실제로 클릭해 보게 하면 학생이 스스로 놀란다.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빈칸 목록을 받아 두면 11주차 도입부를 학생별 상황에 맞게 운영할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3번 과제가 시스템 검증이다. 조립해 보지 않으면 쓸 수 없는 컴포넌트를 만들어 놓고 다음 주에 다시 만들게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  ·  PHASE 3 개발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UI 디자인 시스템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화면마다 다시 정하지 않도록 규칙을 먼저 만듭니다.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일관성은 취향이 아니라 시스템에서 나옵니다.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강의 35% · 실습 65% — 오늘 만든 것을 11주차에 그대로 씁니다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5413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토큰 · Figma 컴포넌트 세트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오늘의 3시간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35% · 실습 65% — 오늘 만든 것을 11주차에 그대로 씁니다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8249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19072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00:00–00:15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1719072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레퍼런스 6점 공유 — 어떤 규칙을 읽었나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65615" y="1719072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9383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12126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00:15–00:50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2312126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— 컬러와 타이포 스케일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5615" y="2312126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88689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5179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00:50–01:25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2905179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1 — 토큰 정의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65615" y="2905179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479945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98233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01:25–01:35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77440" y="3498233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072999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1287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01:35–02:05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4091287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— 컴포넌트와 상태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65615" y="4091287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66605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84341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02:05–02:45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77440" y="4684341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2 — Figma 컴포넌트 세트 구축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65615" y="4684341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 + 순회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25910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77394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02:45–03:00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77440" y="5277394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상호 점검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65615" y="5277394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1조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85216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10주차 UI 디자인 시스템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토큰 — 값에 이름을 붙인다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'파란색'이 아니라 'Primary'라고 부르는 순간 바꿀 수 있게 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COLOR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컬러 — 많이 쓰지 않습니다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 작업에서 색이 무너지는 이유는 부족해서가 아니라 많아서입니다.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지배색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화면의 60~70%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배경과 대부분의 텍스트가 여기 속합니다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흰색 · 검정 · 회색 계열로 시작하세요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단계를 4~6개 만들어 둡니다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여기가 정리되면 화면이 조용해집니다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보조색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20~30%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 · 구분선 · 비활성 상태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지배색과 같은 계열의 다른 명도가 안전합니다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색상(hue)을 늘리지 마세요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구분선은 생각보다 훨씬 연해도 됩니다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강조색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5~10% · 하나만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행동 버튼 · 선택 상태 · 알림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딱 하나만 정합니다. 두 개면 이미 무너집니다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 색인지 컨셉과 연결해 한 줄로 답하세요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패널에서도 같은 강조색을 씁니다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색에 이름과 HEX 값을 붙이고 Figma 스타일로 등록합니다. 화면에서 직접 색을 고르는 일이 없어야 합니다.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10주차 UI 디자인 시스템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타이포 스케일 — 6단계면 충분합니다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크기를 그때그때 정하면 화면마다 위계가 달라집니다.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단계를 먼저 정한다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— 32 / 24 / 18 / 16 / 14 / 12. 배수 관계가 있으면 눈이 편합니다. 이 여섯 개 밖의 크기는 쓰지 않습니다.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단계마다 역할을 붙인다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제목 · 섹션 제목 · 본문 · 보조 · 캡션 · 라벨. 크기가 아니라 역할로 부르면 화면이 바뀌어도 일관됩니다.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굵기는 두세 개만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Regular · SemiBold · Bold. 굵기를 늘리는 대신 크기와 색으로 위계를 만드세요. 굵기 다섯 개는 위계가 아니라 소음입니다.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한글 서체는 한 벌만 씁니다. 본문용 한 벌에 숫자만 다른 서체를 쓰는 것까지가 이번 학기 허용 범위입니다.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10주차 UI 디자인 시스템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1 · 토큰 정의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35분 · 개인 — Figma 스타일로 등록까지 마칩니다.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컬러 정하기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지배 · 보조 · 강조. 강조색은 컨셉과 연결된 이유를 한 줄로 함께 적습니다.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8분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명도 단계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지배색 계열로 4~6단계를 만듭니다. 배경 · 면 · 구분선 · 비활성 텍스트 · 본문 · 제목에 각각 할당합니다.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타이포 스케일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6단계 크기와 역할 이름, 줄 간격까지 정합니다. 줄 간격은 크기의 1.4~1.6배에서 시작하세요.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7분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간격과 라운드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또는 8의 배수로 간격 5단계, 라운드 2~3단계. 이 두 가지가 정리되면 화면이 저절로 정렬됩니다.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10주차 UI 디자인 시스템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컴포넌트와 상태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같은 것을 두 번 그리고 있으면 컴포넌트로 만들 때입니다.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상태를 미리 정의합니다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상태를 안 정해 두면 11주차에 화면마다 다르게 그리게 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기본 · 눌림 · 호버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누를 수 있는 모든 것에 필요합니다. 색을 바꾸기보다 명도를 한 단계 조절하는 편이 안전합니다.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비활성 · 로딩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조건이 안 맞을 때 버튼이 어떻게 보이는지. 로딩은 프로토타입에서 실제로 필요합니다. 지금 만들어 두세요.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오류 · 빈 상태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많이 빠뜨리는 두 가지입니다. 빈 상태 화면 하나가 패널에서 완성도를 크게 높입니다.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12주차 사용성 테스트에서 참가자가 가장 많이 만나는 것이 오류와 빈 상태입니다. 없으면 테스트가 거기서 멈춥니다.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10주차 UI 디자인 시스템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2 · 컴포넌트 세트 구축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40분 · 개인 — 8종 이상. 다 못 만들면 과제로 이어집니다.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버튼 세트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버튼 · 보조 버튼 · 텍스트 버튼 × 기본/눌림/비활성. 배리언트로 묶습니다. 가장 먼저 만드는 이유는 여기서 토큰이 검증되기 때문입니다.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입력과 리스트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필드(기본 · 포커스 · 오류)와 리스트 항목. 이 둘이 화면의 대부분을 차지합니다.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구조 요소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헤더 · 탭 · 카드 · 모달. 와이어프레임에서 반복되는 것부터 만듭니다.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6분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이름 정리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 이름을 계층으로 붙입니다 (Button/Primary/Default). 이름이 엉키면 11주차에 찾지 못합니다.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10주차 UI 디자인 시스템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CHECK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시스템이 작동하는지 확인하는 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15분 상호 점검에서 서로에게 이것만 물어봅니다.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5254600" cy="2761488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작동하는 시스템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97016" y="1627632"/>
            <a:ext cx="5254600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9352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이름만 시스템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42416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 화면 2개가 컴포넌트만으로 조립된다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99352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조립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99352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화면을 만들 때마다 새 요소를 그리게 된다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42416" y="3054096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99352" y="3054096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일관성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역할의 요소가 모든 화면에서 같은 크기와 간격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9935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일관성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99352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비슷하지만 조금씩 다르다 — 8px, 10px, 12px가 섞여 있다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2416" y="3712464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9352" y="3712464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강조색과 스케일을 왜 그렇게 정했는지 한 줄로 답한다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99352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99352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"보기 좋아서" 외에 할 말이 없다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10주차 UI 디자인 시스템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SUBMIT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제출물 체크리스트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링크로 제출합니다. 편집 권한이 아니라 보기 권한으로 공유하세요.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컬러가 지배 · 보조 · 강조로 정리되어 있고 강조색이 하나다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강조색을 고른 이유가 컨셉과 연결되어 한 줄 적혀 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단계가 4~6개이고 각각 역할이 할당되어 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타이포 스케일이 6단계이고 역할 이름이 붙어 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간격이 4 또는 8의 배수로 통일되어 있다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컴포넌트가 8종 이상이고 상태가 배리언트로 있다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 이름이 계층 규칙으로 붙어 있다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 화면 2개가 컴포넌트만으로 조립되었고 빈칸 목록을 적었다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빈칸 목록을 솔직하게 적으세요. 11주차 첫 15분에 그 빈칸부터 채웁니다.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10주차 UI 디자인 시스템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11주차는 오늘 만든 컴포넌트로 화면을 조립합니다.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토큰 정리본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컬러 · 타이포 · 간격 · 라운드를 Figma 스타일로 등록합니다. 이름을 붙이고, 각 값이 왜 그 값인지 한 줄씩 적으세요.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컴포넌트 세트 8종 이상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· 입력 · 카드 · 리스트 항목 · 탭 · 알림 · 헤더 · 모달 등. 각각 상태를 배리언트로 만듭니다.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041648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샘플 화면 2개 조립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컴포넌트만으로 화면 2개를 조립해 봅니다. 조립이 안 되는 부분이 시스템의 빈칸입니다. 빈칸 목록을 적어 오세요.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11주차 수업 시작 전까지 · Figma 링크 제출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11주차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디자인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화면 고충실도 디자인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 위계와 정렬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접근성 대비 점검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2차 크리틱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 정리본 · 컴포넌트 세트 8종 · 샘플 화면 2개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10주차 UI 디자인 시스템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10주차 UI 디자인 시스템</dc:title>
  <dc:subject>원광대학교 · 학부 3학년 · 주 3시간 × 15주 · 리서치에서 컨셉 정의까지 (1학기용)</dc:subject>
  <dc:creator>MIN.D</dc:creator>
  <cp:lastModifiedBy>MIN.D</cp:lastModifiedBy>
  <cp:revision>1</cp:revision>
  <dcterms:created xsi:type="dcterms:W3CDTF">2026-10-06T12:55:31Z</dcterms:created>
  <dcterms:modified xsi:type="dcterms:W3CDTF">2026-10-06T12:55:31Z</dcterms:modified>
</cp:coreProperties>
</file>