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5번이 오늘의 실질적 도달점이다. 이 문장이 안 써지면 3주차 인터뷰 질문도 안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주제와 나쁜 주제를 구분할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'재미있어 보인다'가 아니라 네 가지 조건으로 판단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리서치를 절차대로 수행할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정의 → 수집 → 구조화 → 갭 발견의 4단계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스스로 판단할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· 2차 · 3차 자료를 구분하고 인용 가능 여부를 가른다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그려 조사 대상을 정할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만나야 하는지가 3주차 필드 리서치를 결정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주제를 한 문장으로 진술할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 형식의 스코핑 문장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어디서 발견되는가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세 가지 출처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주제의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선정의 흔한 실패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갈래로 나눠 모읍니다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가르는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로그 — 이 양식으로 기록합니다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그리는 이유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이해관계자 맵 그리기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스코핑 — 한 문장으로 진술하기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1696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35824" y="506577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