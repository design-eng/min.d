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설계와 주제 후보 도출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문제는 어디서 발견되는가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문제의 세 가지 출처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좋은 주제의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선정의 흔한 실패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데스크 리서치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데스크 리서치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네 갈래로 나눠 모읍니다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자료의 신뢰도를 가르는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로그 — 이 양식으로 기록합니다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출처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이해관계자 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이해관계자 맵을 그리는 이유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이해관계자 맵 그리기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스코핑 — 한 문장으로 진술하기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1696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35824" y="506577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2026-10-06T11:49:44Z</dcterms:created>
  <dcterms:modified xsi:type="dcterms:W3CDTF">2026-10-06T11:49:44Z</dcterms:modified>
</cp:coreProperties>
</file>