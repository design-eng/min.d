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5번은 형식적인 항목처럼 보이지만 실제로 사고가 나는 지점이다.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자기보고의 한계를 이해하고 방법을 조합할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왜 부족한지 설명할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가이드를 구조에 맞게 작성할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– 워밍업 – 본질문 – 심화 – 마무리의 5단 구조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유도 · 이중 · 가정 질문을 스스로 걸러낼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자기가 쓴 질문을 검토해 고칠 수 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AEIOU로 관찰을 기록할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사실과 해석을 분리해서 적는 습관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절차를 지켜 대상자를 섭외할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 · 익명화 · 철회권을 실제 문서로 준비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