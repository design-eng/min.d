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오늘이 학기에서 심리적 장벽이 가장 높은 주다. '모르는 사람에게 말을 거는 것'을 두려워한다. 모의 인터뷰를 충분히 시켜서 내보낼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실습 40분은 가이드 작성 15 + 질문 검토 5 + 모의 인터뷰 15 + 회고 5로 쪼갠다. 모의 인터뷰를 건너뛰면 첫 인터뷰를 버리게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두 명을 앞으로 불러 '어제 점심 어떻게 정했어요?'를 즉석에서 물어보면 세 간극이 그 자리에서 재현된다.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이번 주 과제가 인터뷰 2인 + 관찰 1회인 이유가 이 조합 원칙이다.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45분 구간. 예시 질문을 소리 내어 읽어주는 것이 가장 효과적이다.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⑤에서 예상 밖의 정보가 나오는 경우가 많다. 시간이 없어도 이 질문은 빼지 말라고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04 감정 질문이 4주차 저니맵의 감정선 재료가 된다. 지금 안 물으면 나중에 못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질문을 강사가 소리 내어 읽어 주면 학생들이 웃는다. 웃고 나면 자기 가이드에서 같은 문장을 찾아낸다.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'침묵 3초'를 실제로 세어 보이면 학생들이 얼마나 긴지 체감한다. 대부분 1초도 못 기다린다.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관찰이 처음인 학생은 '무엇을 봐야 할지 모르겠다'고 한다. AEIOU를 종이에 적어 들고 나가게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기록의 90%가 해석으로 채워져 있다. 노트를 반으로 접게 하는 것만으로 크게 개선된다.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취약 대상 주제를 고른 학생은 이번 주 안에 개별로 상의하도록 지시할 것. 동의서 양식 배포 여부를 오늘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결과물은 인터뷰 가이드 최종본 1부(수정 이력 포함)와 모의 인터뷰 회고 메모. 모의 인터뷰에서 웃음이 나오면 잘 되는 것 — 어색함을 여기서 다 소진시켜야 밖에서 말을 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원자료 60장이 4주차 수업의 전제다. 부족하면 그날 아무것도 만들 수 없다는 점을 마지막에 한 번 더 못 박을 것. 인터뷰를 미루는 학생이 반드시 나오므로 주중에 한 번 확인 연락을 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  ·  PHASE 1 발견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필드 리서치 실습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사람들은 자기가 무엇을 하는지 정확히 말하지 못합니다.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우리는 묻고, 동시에 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40% · 실습 60% — 오늘은 손이 더 많이 움직입니다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· 인터뷰 2인 · 관찰 기록 · 원자료 카드 60장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 60% — 오늘은 손이 더 많이 움직입니다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확정 확인 — 3안에서 1안으로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왜 현장에 나가는가 / 세 가지 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01:00–01:45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인터뷰 설계와 질문의 기술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예시 분석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01:45–01:55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01:55–02:20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— 관찰 · 섀도잉 / 기록과 연구 윤리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02:20–03:00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인터뷰 가이드 작성 + 모의 인터뷰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현장에 나가는가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설문과 검색으로 알 수 없는 것이 있습니다. 그것이 대개 문제의 핵심입니다.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말과 행동은 다릅니다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간극이 자기보고를 신뢰할 수 없게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기억의 간극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자기 행동을 정확히 기억하지 못합니다. 특히 습관이 된 행동일수록 의식하지 않아 설명하지 못합니다.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"최근에 실제로 그랬던 때를 하나만 떠올려 주세요"로 구체적 사건을 요청합니다.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체면의 간극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바람직해 보이는 답을 합니다. 실제로는 안 하면서 "보통은 확인하죠"라고 말합니다.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의견이 아니라 마지막 실제 행동을 묻습니다. "어제는 어떻게 하셨어요?"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언어의 간극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느낌은 있지만 말로 옮기지 못합니다. "그냥 좀 불편해요"에서 멈춥니다.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그 순간을 함께 재연하거나, 화면 · 물건을 놓고 짚어가며 말하게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필드 리서치 세 가지 방법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 쓰지 않습니다. 최소 두 가지를 겹쳐야 근거가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맥락을 얻는다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그렇게 했는지 알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과거의 사건을 다룰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말한 것이 사실이 아닐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1인당 40–60분, 최소 2인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행동을 얻는다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본인도 모르는 행동이 보인다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환경과 물리적 조건이 보인다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이유를 알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같은 장소 2회 이상, 시간대를 달리해서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섀도잉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 전체를 얻는다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사람을 따라다니며 전 과정을 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사이의 이음매가 드러난다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섭외가 가장 어렵다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가능하면 1회, 어려우면 관찰로 대체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인터뷰로 이유를 듣고, 관찰로 그 말을 검증합니다. 둘이 어긋나는 지점이 가장 좋은 인사이트가 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 설계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좋은 인터뷰는 대화가 아니라 설계된 구조입니다. 질문을 잘못 쓰면 답도 잘못 나옵니다.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 가이드 5단 구조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60분 기준 시간 배분입니다.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 · 연구 목적 설명 · 녹음 동의 · 익명 처리와 철회 가능 고지. 여기서 신뢰가 안 생기면 나머지 55분이 형식적으로 끝납니다.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40670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7129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479853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워밍업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790749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답하기 쉬운 사실 질문부터. 하루 일과, 사용하는 서비스, 최근 경험. 아직 핵심을 묻지 않습니다.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57129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16748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33207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24063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질문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55153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준비한 6–8개 질문. 데스크 리서치에서 답을 못 찾은 질문들입니다. 순서는 넓은 것 → 좁은 것.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33207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2826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0928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00141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심화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31231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질문에서 나온 흥미로운 대목을 파고듭니다. 준비된 질문이 아니라 그 자리에서 만드는 질문. 여기서 인사이트가 나옵니다.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0928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68904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5363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4762195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마무리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88720" y="5073091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"제가 안 물어본 것 중에 중요한 게 있을까요?" · 추가 연락 가능 여부 · 다른 대상자 소개 요청 · 감사 인사.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57055" y="4853635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질문 6–8개는 반드시 2주차 리서치 로그의 '남은 질문'에서 가져옵니다.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질문의 네 가지 유형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유형만 쓰면 답이 납작해집니다. 인터뷰 하나에 네 가지를 섞습니다.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무엇을 했는가.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"어제 택배를 어떻게 받으셨어요?"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신뢰할 수 있는 답이 나옵니다. 인터뷰의 뼈대로 삼으세요.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 · 사건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한 번의 일.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"가장 최근에 곤란했던 때가 언제였나요?"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일반론을 막고 이야기를 끌어냅니다.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맥락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그때의 조건.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"그때 어디 계셨어요? 몇 시였죠?"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· 시간 · 동행자가 행동의 진짜 원인인 경우가 많습니다.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어떤 기분이었는가.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순간 어떤 생각이 드셨어요?"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불안 · 짜증 · 안도가 어디서 생기는지 표시해 둡니다.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고쳐야 할 질문 · 고친 질문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학생들이 가장 많이 쓰는 세 가지 오류입니다.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고칩니다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쓰면 답이 망가집니다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질문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서비스를 쓰실 때 어떤 순간이 기억에 남으세요?" — 좋고 나쁨을 정하지 않고 열어 둡니다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질문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서비스 불편하지 않으세요?" — 답을 미리 정해두고 물으면 상대는 동의해 줍니다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질문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"최근 일주일에 몇 번 쓰셨어요? / 그때 어떠셨어요?" — 사실과 평가를 두 번에 나눠 묻습니다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질문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"앱을 자주 쓰시고 만족하시나요?" — 두 가지를 한 번에 물어 어느 쪽 답인지 알 수 없습니다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질문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"가장 최근에 하셨을 때는 어떻게 하셨어요?" — 특정 사건을 요청하면 실제 행동이 나옵니다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질문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"보통 어떻게 하세요?" — '보통'을 물으면 사실이 아니라 인상이 나옵니다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심화 질문 세 가지 기법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심화 단계에서 쓰는 도구. 여기서 인터뷰의 질이 갈립니다.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 Whys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그러셨어요?"를 다섯 번 되묻습니다. 표면의 이유 아래에 진짜 조건이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사건 재구성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"그날을 처음부터 순서대로 말씀해 주세요." 시간순 서술은 빠뜨린 단계를 드러냅니다.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침묵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끝난 뒤 3초를 기다립니다. 가장 중요한 말은 대개 그 다음에 나옵니다.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— 상대의 답을 요약해서 되돌려주지 마세요. "아, 그러니까 불편하셨다는 거죠?"는 상대의 언어를 내 언어로 덮어쓰는 행위입니다.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 · 기록 · 윤리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본 것을 어떻게 적느냐가 4주차 합성의 재료를 결정합니다.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AEIOU — 관찰 기록 프레임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봐야 할지 모를 때 이 다섯 가지를 훑습니다.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Activity 활동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일이 일어나는가. 사람들이 달성하려는 목표와 그것을 위한 일련의 행동.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Environment 환경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일이 벌어지는 공간의 성격. 조명, 소음, 동선, 대기 공간, 표지판.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Interaction 상호작용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사람과 사람, 사람과 사물 사이에 오가는 것. 말, 대기표, 결제, 눈짓.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· User 사물 · 사람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쓰이는 물건과 그것을 쓰는 사람. 누가 무엇을 어떻게 손에 쥐는가.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기록은 사실과 해석을 분리합니다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섞어 적으면 나중에 무엇이 관찰이고 무엇이 내 생각인지 구분되지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사실 — 본 것 · 들은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"대기표를 뽑고 3분 뒤 다시 기계로 돌아와 화면을 봤다"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"직원에게 두 번 같은 질문을 했다"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"휴대폰을 꺼냈다 넣기를 4회 반복"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형용사와 감정어를 쓰지 않는다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해석 — 내 추론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"남은 대기 인원을 확인하려는 것으로 보임"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 표기를 신뢰하지 못하는 듯"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"불안 때문일 가능성 — 확인 필요"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모든 해석에 '확인 필요' 여부를 표시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양식 — 노트를 세로로 반 나눠 왼쪽에 사실, 오른쪽에 해석. 4주차 어피니티 다이어그램에서 왼쪽만 잘라 씁니다.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ETHICS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연구 윤리 — 반드시 지킵니다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지키지 않은 자료는 패널에 쓸 수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사전 동의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목적, 소요 시간, 자료 사용 범위를 설명하고 구두 또는 서면 동의를 받습니다. 수업용 동의서 양식을 클래스룸에 올려두었습니다.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9448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5907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590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56763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녹음 고지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87853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 · 촬영은 반드시 사전에 알리고 허락을 받습니다. 몰래 녹음한 자료는 어떤 경우에도 사용하지 않습니다.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4304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0763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07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41619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익명화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72709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실명 · 소속 · 연락처는 기록에서 제거하고 P1, P2 같은 식별자를 씁니다. 패널과 발표 자료에도 동일하게 적용합니다.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9161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5620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562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26476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철회권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57565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언제든 중단하거나 자료 삭제를 요청할 수 있음을 알립니다. 요청이 오면 즉시 삭제합니다.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04017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20476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04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511332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 외 사용 금지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88720" y="542422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과제와 졸업 전시 외의 용도로 쓰지 않습니다. 미성년자 · 환자 등 취약 대상은 사전에 교수와 상의합니다.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인터뷰 가이드 작성과 모의 인터뷰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2인 1조 — 내 질문이 실제로 작동하는지 지금 확인합니다.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가이드 작성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 구조에 맞춰 작성. 본 질문 6개는 반드시 2주차 데스크 리서치에서 '답을 못 찾은 질문'에서 가져옵니다.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 검토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짝과 교환해 유도 · 이중 · 가정 질문을 찾아 표시합니다. 최소 2개는 나옵니다.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모의 인터뷰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사람이 인터뷰어, 한 사람이 대상자 역할. 7분씩 교대. 실제로 녹음해 보세요.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회고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말이 막힌 질문, 답이 짧게 끝난 질문에 표시하고 고칩니다. 이것이 최종 가이드입니다.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4주차는 여러분이 가져온 인터뷰 기록으로 진행합니다.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인터뷰 2인 이상 실시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가이드로 진행. 녹음 + 전사(요약 전사 가능) + 사전 동의 확인. 인터뷰당 40분 이상.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 기록 1회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주제와 관련된 장소에서 30분 이상. AEIOU 프레임 사용, 사실 / 해석 분리 양식으로 작성.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원자료 정리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발언과 관찰 사실을 한 줄씩 잘라 카드 형태로. 4주차 어피니티 다이어그램의 재료입니다. 최소 60장.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4주차 수업 시작 전까지 · 원자료는 수업에 실물로 지참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합성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다이어그램으로 묶기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작성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 그리기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 안에 완성합니다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카드 60장 이상 · 포스트잇 · 마커 · 전지 1장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3주차 필드 리서치 실습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2026-10-06T11:49:44Z</dcterms:created>
  <dcterms:modified xsi:type="dcterms:W3CDTF">2026-10-06T11:49:44Z</dcterms:modified>
</cp:coreProperties>
</file>