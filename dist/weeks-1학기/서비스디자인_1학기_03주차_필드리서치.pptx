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필드 리서치 실습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현장에 나가는가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말과 행동은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필드 리서치 세 가지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가이드 5단 구조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도입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심화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질문의 네 가지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고쳐야 할 질문 · 고친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7016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심화 질문 세 가지 기법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 Whys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침묵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· 기록 · 윤리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AEIOU — 관찰 기록 프레임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기록은 사실과 해석을 분리합니다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윤리 — 반드시 지킵니다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인터뷰 가이드 작성과 모의 인터뷰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