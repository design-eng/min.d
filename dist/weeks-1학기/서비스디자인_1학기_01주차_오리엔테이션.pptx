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수업. 학생들이 가장 불안해하는 건 '무엇을 해야 하는지 모르겠다'이므로, 오늘 안에 최종 결과물(전시 패널)의 실물 이미지를 반드시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휴식을 두 번 넣은 3시간 구성이다. 이 표를 매주 첫 슬라이드로 띄우면 학생이 '지금 어디쯤인지' 알아 실습 집중도가 올라간다.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한 문장을 칠판에 적어두고 학기 내내 지운 채로 두지 말 것. 매주 여기로 돌아온다.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구간의 이름(발견·정의·개발·전달)을 학생들이 외우게 할 것. 이후 매주 '지금 어느 구간인지'로 위치를 잡아준다.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기획안에는 '과정 45% + 결과 55%'로 적혀 있으나 6개 항목 배점(10/20/20/20/25/5)으로는 그 비율이 나오지 않는다. 여기서는 항목을 그대로 묶어 35/20/45로 표기했다. 학과 제출용 문서와 숫자를 맞출 필요가 있으면 이 슬라이드를 먼저 수정할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50분 구간. 정의를 외우게 하는 게 아니라 '내가 지금 뭘 설계하는지' 스스로 답할 수 있게 만드는 게 목적.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3학년이 가장 헷갈려 하는 지점. 자기 이전 과제가 어느 렌즈였는지 물어보면 바로 이해한다.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04를 특히 강조. 학생 제안이 심사에서 깨지는 가장 큰 이유가 '그래서 그 부담은 누가 지나요?'에 답을 못 해서다.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칠판에 가로선을 하나 긋고 위아래로 나눠 그려 보이면 30초 만에 전달된다.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40분 구간. 사례마다 5분 강의 + 5분 조별 토의로 운영하면 시간이 맞는다.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조별 토의 질문 — '이 문제를 앱으로 풀 수 있는 부분과 없는 부분은 어디서 갈리는가?'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'짧은 경험도 서비스디자인 대상이 되는가?'라는 질문이 나온다. 앞뒤(문의·분쟁 처리)까지 보면 그렇다고 답할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학과 특성상 IoT · 스마트홈 주제를 고르는 학생이 많다. 조직 경계 문제를 미리 인지시켜 두면 7주차 블루프린트가 수월해진다.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세 문장이 1주차에서 학생이 가져가야 할 핵심이다. 8주차 중간 발표 때 다시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졸업전시 패널 사진을 보여주면 가장 효과적이다. 지난 학기 자료를 이 자리에 넣을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규격이 '잠정'인 점을 반드시 말할 것. 학과 확정 전에 학생이 B0 기준으로 작업을 시작하면 나중에 다시 짜야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1단계에서 '15개나요?'라는 반응이 나온다. 양이 질을 만든다고 설명하고 강사도 같이 칠판에 적어 보이면 분위기가 풀린다. 결과물은 다음 주 시작 때 조별로 공유한다.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관심 영역을 '분야'(예: 헬스케어)로 적어오는 학생이 대부분이다. '나는 ○○한 사람들이 △△할 때 겪는 어려움에 관심이 있다' 형식을 예시로 들어 강조할 것. 2주차 1:1 상담 순번을 오늘 배정해 공지한다.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  ·  PHASE 1 발견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오리엔테이션 &amp; 서비스디자인 개관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 수업이 어디로 가는지, 그리고 서비스디자인이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무엇을 다루는 일인지 한 번에 정리합니다.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60% · 토의와 실습 40%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 3개 · 레퍼런스 전시 패널 5점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60% · 토의와 실습 40%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 소개 — 왜 이 수업을 듣는가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 여정과 평가 기준, 최종 산출물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질의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00:50–01:00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01:00–01:50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서비스디자인이란 무엇인가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498233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02:00–02:40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사례로 보는 서비스디자인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조별 토의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02:40–03:00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관심 영역 찾기 / 과제 안내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서비스디자인이 무엇을 다루는 일인지 설명할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UX · UI 디자인과의 관계를 자기 말로 구분해서 말할 수 있는 수준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수업의 15주 흐름과 평가 기준을 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언제 무엇을 제출해야 하는지, 무엇으로 평가받는지 파악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졸업 전시 패널이 무엇을 요구하는 형식인지 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 거리에서 읽히는 정보 구조라는 제약을 이해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자신의 관심 영역을 세 개로 좁힐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주제 후보 도출의 출발점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수업의 한 문장 — 한 학기 동안 '내가 발견한 문제'를 '남이 이해할 수 있는 서비스'로 만들어, 전시 패널 한 장으로 설득한다.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JOURNEY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15주 — 우리가 지나갈 네 구간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 중간 검증, 14주차 인쇄 마감이 두 개의 분기점입니다.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발견 · 1–4주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영역에서 출발해 데스크 리서치와 필드 리서치로 사용자와 맥락을 확보합니다. 인터뷰와 관찰이 이 구간의 핵심이며, 4주차에 퍼소나와 저니맵을 완성합니다.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정의 · 5–8주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관찰을 문제 진술로 번역합니다. POV와 HMW로 문제를 재구성하고, 컨셉 3안에서 하나를 골라 서비스 블루프린트까지 구조화합니다. 8주차 중간 발표가 첫 검증점입니다.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개발 · 9–12주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정보구조와 와이어프레임에서 시작해 디자인 시스템, 고충실도 화면, 프로토타입까지 만듭니다. 12주차 사용성 테스트로 자기 설계를 스스로 반증합니다.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전달 · 13–15주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전시 패널이라는 다른 형식으로 재편집합니다. 14주차 인쇄 데이터 마감은 출력 일정과 직결되므로 예외가 없습니다.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평가는 이렇게 나뉩니다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주에 몰아서 만들 수 없는 구조입니다.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 35%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쌓이는 점수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출석 · 크리틱 참여 10%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산출물 20% (2–5주 과제 누적)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아카이브 5%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결석과 미제출이 여기서 바로 드러납니다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 20%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 1회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정의가 명료한가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컨셉이 설득되는가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발표가 구조를 갖췄는가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방향을 바꿀 수 있는 마지막 시점입니다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결과물 45%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13–15주 집중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완성도 20%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패널 25%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품질과 디자인 시스템 일관성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패널의 정보 위계와 인쇄 사양 준수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3회 이상 결석은 학칙에 따라 처리되며, 14주차 인쇄 데이터 마감 지연은 감점 사유입니다.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서비스디자인이란 무엇인가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화면을 그리는 일과 무엇이 다른지, 왜 '보이지 않는 것'을 설계한다고 말하는지.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SCOPE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UI · UX · 서비스디자인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프로젝트를 다른 크기의 렌즈로 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UI 디자인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한 장의 문제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버튼, 타이포, 색, 간격 — 눈에 보이는 것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다루는 단위: 스크린과 컴포넌트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질문: 이 화면이 명확하고 아름다운가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UX 디자인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사람의 흐름 문제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과업을 끝내기까지의 경로와 마찰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다루는 단위: 플로우와 세션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질문: 이 사람이 원하는 것을 해낼 수 있는가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서비스디자인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사람과 시간의 문제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밖의 콜센터, 배송, 직원, 정책까지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다루는 단위: 채널 · 조직 · 시간 전체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질문: 이 경험이 끝까지 작동하는가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셋은 대체 관계가 아니라 포함 관계입니다. 이 수업은 서비스디자인의 렌즈로 문제를 찾고, UX · UI의 손으로 그것을 만듭니다.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서비스디자인의 네 가지 태도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방법론 이전에 이 네 가지가 습관이 되어야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 중심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사용자만이 아니라 그 서비스를 굴리는 직원, 영향을 받는 주변인까지 사람으로 봅니다. 콜센터 상담원의 화면이 나쁘면 고객 경험도 나빠집니다.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공동 창작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디자이너 혼자 답을 내지 않습니다. 이해관계자를 설계 과정에 끌어들여 함께 만듭니다. 그래야 실제로 실행됩니다.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순차성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경험은 한 장면이 아니라 시간 위에 놓인 연속입니다. 전 · 중 · 후로 나눠 보면 진짜 문제는 대개 '전'이나 '후'에 있습니다.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총체성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터치포인트 하나만 고치면 문제는 옆으로 옮겨갑니다. 앱을 고쳤는데 전화 문의가 늘었다면 해결한 게 아닙니다.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INVISIBLE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서비스는 눈에 보이지 않습니다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우리가 설계하는 것의 4분의 3은 화면 밖에 있습니다.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터치포인트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고객이 실제로 만나는 접점. 앱 화면, 안내문, 직원의 말, 문자 알림, 물리적 공간.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가시선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고객이 볼 수 있는 것과 없는 것을 가르는 선. 서비스 블루프린트의 핵심 개념입니다.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백스테이지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고객은 못 보지만 경험을 결정하는 것. 직원 업무, 승인 절차, 내부 시스템.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지원 프로세스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뒤에 있는 정책, 계약, 데이터 구조, 법 제도. 가장 바꾸기 어려운 층입니다.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7주차에 서비스 블루프린트를 그릴 때 이 네 개 층을 실제로 나눠 그립니다. 오늘은 '화면만 보면 안 된다'는 감각만 가져가면 충분합니다.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사례로 보는 서비스디자인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세 가지 유형의 서비스를 같은 틀로 뜯어봅니다. 여러분의 주제도 결국 이 중 하나를 닮게 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01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공공 서비스 — 병원 외래 진료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전형적인 '기다림의 문제'. 화면이 아니라 순서와 정보가 경험을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10911535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865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여정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42416" y="2139696"/>
            <a:ext cx="101068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증상 인지 → 병원 · 과 선택 → 예약 → 방문 · 접수 → 대기 → 진료 → 검사 → 수납 → 처방 · 약국 → 재방문 결정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9264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53312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관찰되는 문제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69264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 시간 자체보다 '얼마나 더 기다려야 하는지 모르는 상태'가 불안을 만듭니다. 검사와 진료 사이 이동 동선이 안내되지 않아 같은 질문이 반복됩니다.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86986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6170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6170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100218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밖의 원인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716170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진료 순서는 의료진의 판단으로 실시간 바뀝니다. 즉 앱의 대기 표시는 백스테이지의 스케줄 시스템과 연결되지 않으면 거짓말이 됩니다.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33893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63077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63077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847125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여기서 배울 것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463077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터치포인트(앱)만 고쳐서는 해결되지 않는 문제의 전형입니다. 문제의 원인이 가시선 아래에 있을 때 무엇을 할 수 있는지 생각해 보세요.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02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금융 앱 — 송금이라는 짧은 경험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경쟁의 축이 기능에서 '마찰의 제거'로 옮겨간 영역입니다.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10911535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865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여정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42416" y="2139696"/>
            <a:ext cx="101068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송금 필요 인지 → 앱 실행 → 인증 → 수취인 선택 → 금액 입력 → 확인 → 실행 → 완료 확인 → (문제 발생 시) 문의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9264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53312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설계의 초점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69264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 수를 줄이는 것보다 '틀리면 어떡하지'라는 불안을 줄이는 것이 핵심입니다. 수취인 이름 재확인, 되돌릴 수 있다는 신호, 완료의 명확한 피드백.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86986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6170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6170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100218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밖의 원인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716170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인증 단계는 디자이너가 마음대로 줄일 수 없습니다. 금융 규제와 보안 정책이라는 지원 프로세스가 경험의 상한선을 정합니다.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33893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63077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63077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847125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여기서 배울 것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463077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제약 조건을 먼저 파악해야 현실적인 컨셉이 나옵니다. '단계를 없애자'는 제안은 대개 실행되지 않습니다.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03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IoT 커넥티드 서비스 — 스마트홈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기기 · 앱 · 설치 · 고장 대응이 하나의 서비스로 묶이는 영역입니다.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10911535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865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여정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42416" y="2139696"/>
            <a:ext cx="101068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 결정 → 설치 · 연동 → 초기 설정 → 일상 사용 → 오작동 · 연결 끊김 → 고장 신고 → 방문 수리 → 교체 또는 해지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9264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53312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관찰되는 문제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69264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경험의 만족도가 '잘 될 때'가 아니라 '안 될 때' 결정됩니다. 연결이 끊겼을 때 원인이 기기인지 통신인지 앱인지 사용자가 판단할 수 없습니다.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86986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6170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6170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100218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밖의 원인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716170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제조사 · 통신사 · 설치기사 · 플랫폼이 각각 다른 조직입니다. 책임 경계가 불명확하면 사용자는 어디에 전화해야 할지 모릅니다.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33893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63077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63077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847125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여기서 배울 것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463077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조직이 얽힌 서비스에서는 '누가 무엇을 책임지는가'를 그리는 것 자체가 디자인 결과물이 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PATTERN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사례의 공통점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여러분이 주제를 고를 때 이 세 가지를 기준으로 삼으세요.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문제는 대체로 접점 사이에 있다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단계는 멀쩡한데 단계와 단계를 잇는 곳에서 사람이 길을 잃습니다. 병원의 검사↔진료 사이, 스마트홈의 설치↔사용 사이. 주제를 고를 때 '어느 화면'이 아니라 '어느 이음매'인지 물어보세요.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불안이 불편보다 크게 작동한다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느린 것보다 '언제 끝날지 모르는 것'이, 어려운 것보다 '틀릴까 봐 무서운 것'이 경험을 망칩니다. 감정을 관찰 대상으로 삼으면 좋은 문제를 찾게 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제약을 모르면 컨셉이 뜬다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규제, 조직 구조, 비용 — 화면 밖 조건을 모르고 낸 아이디어는 심사에서 바로 무너집니다. 2주차 데스크 리서치가 이 제약을 찾는 작업입니다.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산출물 — 졸업 전시 패널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한 학기의 결과를 한 장으로 압축하는 형식. 이 제약이 13–15주의 설계를 지배합니다.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PANEL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패널은 발표 자료가 아닙니다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발표자가 없는 상태에서 혼자 작동해야 하는 매체입니다.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관람 조건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관람자는 평균 20–30초를 씁니다. 3m에서 제목이 읽히고, 1.5m에서 구조가 파악되고, 50cm에서 디테일이 보여야 합니다. 세 개의 거리를 위한 세 개의 정보 층이 필요합니다.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규격 (잠정)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B0 900×1200mm 세로. CMYK 300dpi, 재단 여백 3mm 포함. 14주차에 인쇄 데이터를 제출하고 15주차 전에 출력합니다. 규격은 학과 확정 후 공지합니다.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심사 관점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문제가 무엇인지 20초 안에 전달되는가 ② 리서치 근거가 보이는가 ③ 해결안이 문제와 논리적으로 연결되는가 ④ 시각적 완성도.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흔한 실패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이미지를 크게 여러 장 붙이고 설명을 작게 넣는 구성. 관람자는 무슨 서비스인지 알 수 없습니다. 패널의 주인공은 화면이 아니라 문제입니다.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관심 영역 찾기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20분 · 개인 — 한 학기 동안 지치지 않고 관찰할 수 있는 영역 세 개를 찾습니다.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흩뿌리기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3개월 안에 내가 겪은 불편, 답답함, 이상하다고 느낀 순간을 형식 없이 15개 이상 적습니다. 판단하지 말고 양으로 밀어붙이세요.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묶기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적은 것들을 비슷한 것끼리 묶습니다. 3–5개 덩어리가 나옵니다. 각 덩어리에 이름을 붙이세요.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거르기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덩어리에 물어봅니다 — 이 영역의 당사자를 내가 실제로 만날 수 있는가? 만날 수 없으면 지웁니다.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문장화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것 중 셋을 골라 '나는 ○○한 사람들이 △△할 때 겪는 어려움에 관심이 있다' 형식으로 씁니다.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P.13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2주차는 오늘 만든 관심 영역에서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관심 영역 3개 정리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실습 결과를 다듬어 A4 1매. 각 영역마다 '왜 관심이 있는지' 두세 문장을 덧붙입니다.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레퍼런스 전시 패널 5점 수집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선배 졸업전시, 국내외 디자인 어워드 수상작 등. 이미지와 출처를 함께 정리하고, 각 패널의 '읽히는 순서'를 화살표로 표시해 오세요.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2주차 수업 시작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409651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02주차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설계와 주제 후보 도출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문제는 어디서 발견되는가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 리서치 4단계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소스의 신뢰도 판단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이해관계자 맵 그리기 실습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스코핑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99262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5102352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358384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노트북 · 관심 영역 3개 · 레퍼런스 패널 파일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P.14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1주차 오리엔테이션 &amp; 서비스디자인 개관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2026-08-31T12:25:03Z</dcterms:created>
  <dcterms:modified xsi:type="dcterms:W3CDTF">2026-08-31T12:25:03Z</dcterms:modified>
</cp:coreProperties>
</file>