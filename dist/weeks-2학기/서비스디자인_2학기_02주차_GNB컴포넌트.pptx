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GNB 하나를 예쁘게 만드는 것이 아니라, '수치가 근거에서 나온다'는 사고방식을 하나의 요소로 끝까지 체험시키는 것이다. 이 방식을 GNB에서 익히면 3주차 이후 모든 컴포넌트에 그대로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첫 15분 실측 공유가 오늘의 동기를 만든다. 같은 하단 바인데 학생마다 높이가 62 · 78 · 83 · 90으로 다르게 나오고, 심지어 한 사람 안에서도 화면마다 다르다. 그 표를 화면에 띄우고 시작하면 이후 설명이 필요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네 번째를 수업 끝에 실제로 시연시킬 것. 마스터 컴포넌트 색 하나를 바꿔 12개 화면이 동시에 바뀌는 것을 본인 파일에서 봐야 체득된다.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실측표를 먼저 띄우고 '왜 다 다른가'로 시작한다. 답을 주지 말고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슬라이드를 실습 내내 화면에 띄워 둔다. 순회하며 '이 값의 근거는요?'만 물으면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단위 혼동(px vs pt)이 실측표에서 가장 많이 나오는 오류다. 첫 15분에 반드시 정리할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'정답이 하나가 아니다'를 반드시 말할 것. 정답을 찾는 문제로 받아들이면 계산 과정을 건너뛰고 숫자만 외운다.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표를 인쇄해 나눠 주고 오른쪽 값 칸을 비운 채로 실습시키면 훨씬 잘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슬라이드가 PART 1과 PART 2를 잇는다. '수치를 정한다'에서 '수치가 스스로 계산되게 한다'로 넘어가는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 검산이 오늘 가장 중요한 순간이다. 더해서 안 맞는 학생이 절반이고, 그때 '어디가 임의로 정한 값인지'를 스스로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세 장치(배리언트 · 오토레이아웃 · 컴포넌트 프로퍼티)를 화면 공유로 천천히 시연할 것.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'Tab Item을 화면에 직접 놓지 않는다'는 규칙을 명시할 것. 이 실수가 나중에 정렬 문제로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컴포넌트 프로퍼티를 처음 쓰는 학생이 많다. 라벨(Text)만이라도 반드시 적용시킬 것 — 나머지는 과제로 넘겨도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4단계에서 시간이 모자라는 학생이 대부분이다. 수업에서 최소 5화면까지 적용시키고 나머지는 과제로. 한 번이라도 교체해 봐야 과제로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검증을 수업 안에서 반드시 시킬 것. 눈으로 본 학생과 설명만 들은 학생의 3주차 작업 속도가 확연히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클래스룸 과제 설명에 그대로 복사해 둘 것. 특히 10번을 명시해야 실제로 교체한다.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실질이다. 컴포넌트만 만들고 화면에 적용하지 않으면 다음 주에도 낱개 화면을 고치고 있게 된다. 클래스룸 과제 설명에 '직접 그린 하단 바가 남아 있으면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화면에 반복되는 하단 바를 수치로 정의하고,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번 고치면 전부 바뀌는 컴포넌트로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규격이 학기 내내 기준이 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Figma Tab Item 컴포넌트 · 전 화면 인스턴스 적용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규격이 학기 내내 기준이 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 공유 — 내 화면은 지금 몇인가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수치는 어디서 오는가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GNB 규격 명세 작성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제작과 적용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하나 바꿔 전부 바뀌는가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기준 폭을 하나로 고정할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수치가 이 하나에서 갈라져 나옵니다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GNB의 모든 값을 근거와 함께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90이 왜 90인지 두 단계로 설명한다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Item을 컴포넌트로 만들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배리언트 · 오토레이아웃 · 컴포넌트 프로퍼티 세 장치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고쳐 전 화면을 바꿀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수업의 마지막 15분에 직접 확인합니다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디자인은 자유롭게 시작하지 않는다. 제약을 먼저 계산하고, 남는 자유도 안에서 결정한다.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수치는 어디서 오는가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하단 바의 높이는 취향이 아니라 손가락 크기에서 시작해 계산으로 내려옵니다.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"보기 좋아서 80으로 했어요"는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사람이 이어 만들 수 없는 값입니다.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값의 근거가 취향이면 그 값을 바꿀 수도, 다른 화면에 적용할 수도 없습니다. 반대로 '터치 타깃 48을 보장하려면 콘텐츠 영역이 최소 56이고, 하단 안전 영역 34를 더해 90'이라고 말할 수 있으면 화면이 바뀌어도 같은 논리로 다시 계산됩니다. 수치적 접근이란 이 계산의 사슬을 끊지 않는 것입니다.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먼저 기준 화면을 하나로 고정합니다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정하지 않으면 뒤의 모든 수치가 흔들립니다.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 기준 — 390 × 844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iPhone 14 계열의 논리 해상도입니다. Figma 프리셋에 있습니다. 하나로 고정하는 것이 어떤 값을 고르는지보다 중요합니다.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폭 — 360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다수 기기의 폭입니다. 390에서 만든 뒤 360에 붙여 깨지지 않으면 대부분의 기기를 덮습니다. 오늘 과제에 포함됩니다.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단위는 pt/dp — px가 아닙니다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@2x · @3x는 내보낼 때의 배율입니다. 설계는 논리 단위로 하고, 실측표에 px로 적었다면 배율로 나눠 다시 적으세요.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실측표에서 학생마다 기준 폭이 375 · 390 · 414로 갈렸을 것입니다. 오늘부터 390으로 통일합니다.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높이는 세 단계로 내려옵니다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손가락 → 콘텐츠 영역 → 전체 높이. 각 단계에 근거가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터치 타깃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하드웨어가 정하는 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— 최소 44 × 44 pt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Design — 최소 48 × 48 dp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큰 값 48을 안전선으로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디자이너가 정할 수 없는 값입니다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콘텐츠 높이 56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48을 담고 남는 여백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라인높이 14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패딩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6+24+4+14+8 = 56 ≥ 48 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전체 높이 90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영역을 더한다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56 + 하단 안전 영역 34 = 90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34는 홈 인디케이터가 차지하는 높이입니다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34를 비워 두지 않으면 라벨이 가려집니다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배경은 90 전체, 터치 요소는 위 56 안에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 — 실제 iOS 탭바는 49+34=83, Material은 56+24=80입니다. 어느 쪽이든 좋습니다. 중요한 것은 값이 계산에서 나왔고 학기 내내 같다는 점입니다.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 — 항목 · 값 · 근거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실습에서 이 표를 자기 프로젝트 기준으로 다시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높이 90 / 콘텐츠 56 + 안전 영역 34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 48을 보장하는 최소 콘텐츠 높이에 홈 인디케이터 영역을 더한 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2799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444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444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35305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개수 4 / 탭 폭 390 ÷ 4 = 97.5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6639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 범위. 소수점이 나오므로 고정 폭이 아니라 균등 분배로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444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291388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784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078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298704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24 × 24 · 실제 그림은 20 안쪽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2979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표준 아이콘 박스. 바깥 2씩을 비워 시각적 크기를 맞춥니다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078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라벨 11pt · 라인높이 14 · 1줄 고정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4자 기준 약 44 폭. 탭 폭 78(5탭)에서도 잘리지 않습니다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1818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34644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6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2550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아이콘–라벨 간격 4 · 상단 6 · 하단 8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45659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 체계. 합이 콘텐츠 높이 56을 만듭니다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346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8158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8043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8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88720" y="488899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상단 구분선 1px hairline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188720" y="51998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색은 지배색 명도 단계에서 가져옵니다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357055" y="4980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들어가는 항목이 하나라도 있으면 그 값은 아직 정해지지 않은 것입니다.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폭 97.5 — 소수점이 알려 주는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390을 4로 나누면 딱 떨어지지 않습니다. 이걸 어떻게 처리하느냐가 컴포넌트의 수준을 가릅니다.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균등 분배로 맡긴다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고정 폭으로 박는다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오토레이아웃 가로 + 각 탭을 Fill 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탭에 97.5 또는 98을 직접 입력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97.5씩 정확히 나뉩니다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98×4=392 — 2가 삐져나오거나 마지막 탭이 좁아집니다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90씩으로 자동 재분배됩니다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다시 계산해 모든 탭을 고쳐야 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78씩으로 바뀝니다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개를 다 다시 입력합니다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GNB 규격 명세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아직 Figma에서 만들지 않습니다. 표를 먼저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고정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390으로 통일하고, 탭 개수를 3~5 중에서 확정합니다. 지금 탭이 6개 이상이면 오늘 줄입니다.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항목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· 탭 폭 · 아이콘 · 라벨 · 간격 · 구분선. 값과 근거를 함께 씁니다. 근거를 못 쓰면 그 값을 다시 계산합니다.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 정의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기본과 활성 두 가지. 색만으로 구분하지 말고 아이콘을 outline / fill로 함께 바꿉니다. 색각 이상 관람자도 구분할 수 있어야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합계 검산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+ 아이콘 + 간격 + 라벨 + 하단 패딩이 콘텐츠 높이와 일치하는지 더해 봅니다. 안 맞으면 어느 값이 근거 없이 정해진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컴포넌트화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정한 수치를 한 곳에 담아 두고, 화면에서는 꺼내 쓰기만 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층으로 쌓습니다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것부터 만들어 올립니다. GNB를 통째로 그리면 안에 있는 것을 재사용할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· 라벨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작은 단위. 아이콘은 24 프레임 안에 정렬해 컴포넌트로. 라벨은 텍스트 스타일로 등록합니다. 여기까지는 GNB 전용이 아닙니다.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+ 라벨 + 상태를 묶은 단위. 오늘 만드는 것 중 가장 중요합니다. 세로 오토레이아웃, 간격 4, 패딩 상 6 / 하 8.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3~5개 + 배경 + 상단 구분선 + 안전 영역 스페이서. 가로 오토레이아웃이고 각 아이템은 Fill container.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화면에 붙이는 것은 3번뿐입니다. 2번을 화면에 직접 놓으면 GNB가 화면마다 조금씩 달라집니다.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장치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셋을 쓰면 값을 다시 입력할 일이 없어집니다.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오토레이아웃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간격을 규칙으로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— 세로, 간격 4, 패딩 6/8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— 가로, 각 아이템 Fill container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늘리거나 화면 폭이 바뀌어도 자동 재분배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 같은 소수점을 손으로 계산하지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하나로 묶어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Item에 State = Default / Active 두 배리언트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인스턴스에서 드롭다운으로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어느 탭이 활성인지만 바꾸면 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배지가 필요하면 Badge = None / Dot / Number 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프로퍼티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바깥에서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— Text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— Instance swap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 표시 — Boolean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컴포넌트 하나로 모든 탭을 만듭니다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장치를 다 쓰면 마스터 컴포넌트는 단 하나입니다. 탭이 네 개여도 컴포넌트는 하나, 인스턴스가 네 개입니다.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제작과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만드는 것보다 화면에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 만들기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11pt를 세로 오토레이아웃으로. 패딩 상 6 / 하 8. 컴포넌트로 만듭니다.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배리언트와 프로퍼티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= Default / Active 두 배리언트. 라벨을 Text property로 노출합니다.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조립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4개를 가로 오토레이아웃에 넣고 각각 Fill container. 배경 90 높이, 상단 구분선, 하단 34 스페이서.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적용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하단 바를 전부 지우고 GNB 인스턴스로 교체합니다. 직접 그린 하단 바가 한 개도 남지 않게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— 하나 바꿔 전부 바뀌는가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15분. 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 Tab Item에서 라벨 색을 한 단계 진하게 바꿉니다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 화면들을 넘겨 보며 전부 바뀌었는지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바뀐 화면이 있으면 그 화면은 인스턴스가 아닙니다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폭을 360으로 줄여 탭이 균등하게 재분배되는지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복사한 인스턴스를 Detach 해서 연결이 끊긴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Item을 화면에 직접 놓아 GNB를 안 거친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폭을 Fill이 아니라 고정으로 둬 360에서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 34를 안 넣어 라벨이 화면 밖으로 나간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바꾼 색은 확인 후 원래대로 되돌리세요. 되돌릴 때도 마스터 하나만 고치면 됩니다 — 그게 오늘의 결론입니다.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요소를 같은 방식으로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폭이 390으로 통일되었다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명세서에 항목 · 값 · 근거 세 칸이 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하나도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패딩 + 아이콘 + 간격 + 라벨의 합이 콘텐츠 높이와 일치한다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안전 영역 34가 들어가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Item이 컴포넌트이고 State 배리언트가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상태가 색만이 아니라 아이콘 형태로도 구분된다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GNB가 가로 오토레이아웃이고 각 탭이 Fill container다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화면의 하단 바가 GNB 인스턴스로 교체되었다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하단 바가 한 개도 남아 있지 않다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마스터를 바꿔 전 화면이 동시에 바뀌는 것을 확인했다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360폭 프레임에서 깨지지 않는 것을 확인했다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9~10번이 오늘의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요소로 같은 작업을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명세서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· 값 · 근거 세 칸을 모두 채웁니다. 근거 칸이 '보기 좋아서'인 항목이 하나라도 있으면 다시 생각하세요.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인스턴스 적용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1학기에 만든 모든 화면의 하단 바를 오늘 만든 컴포넌트 인스턴스로 교체합니다. 직접 그린 하단 바가 한 개도 남지 않아야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360폭 검증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360 프레임을 하나 만들어 GNB를 붙여 봅니다. 깨지는 곳을 찾아 오토레이아웃 설정을 고치세요.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 요소 확장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헤더와 안전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· 카드 규격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 스케일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 규칙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인스턴스 적용을 마친 Figma 파일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하단 GNB · 수치로 짓는 컴포넌트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2026-09-06T01:39:02Z</dcterms:created>
  <dcterms:modified xsi:type="dcterms:W3CDTF">2026-09-06T01:39:02Z</dcterms:modified>
</cp:coreProperties>
</file>