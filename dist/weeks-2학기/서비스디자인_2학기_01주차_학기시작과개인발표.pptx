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1학기 산출물의 완성도 편차가 크다. 오늘은 그 편차를 드러내되 평가하지 않는 자리로 만든다. 발표의 목적은 '내가 무엇을 가지고 2학기를 시작하는가'를 본인과 동료가 함께 확인하는 것이다. 부족한 학생에게는 2주차까지 보완 범위를 개별로 정해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시간표는 8명 기준이다. 인원이 다르면 첫 수업 전에 조정할 것 — 12명이면 6분 발표 + 5분 피드백. 피드백 7분을 길게 잡은 이유는 오늘이 학기 중 유일하게 전원의 프로젝트를 훑는 시간이기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1학기와 2학기가 하나의 프로젝트라는 인식을 오늘 세워야 한다. 새로 시작하는 기분으로 컨셉을 바꾸려는 학생이 반드시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오른쪽을 다시 하려는 학생을 막는 표다. '1학기 결론을 흔들지 않는다'를 여기서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구간 이름(기준·시스템·화면·패널)을 외우게 할 것. 매주 '지금 어느 구간인지'로 위치를 잡아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크게 띄운다. 오늘 발표는 평가하지 않는다고 시작 전에 명시할 것 — 그래야 비어 있는 부분을 솔직히 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완성된 것만 보여 주려 한다. 비어 있는 것을 말한 학생을 그 자리에서 칭찬하면 분위기가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기록지를 인쇄해 나눠 주면 피드백 7분의 침묵이 사라진다. 6~7번 때문에 남의 발표를 자기 일로 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총평 첫 슬라이드. 발표 직후 학생들이 가장 흔들려 있을 때 이 말을 들어야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2학기 커리큘럼의 근거다. 학생이 '왜 이런 순서로 배우는지' 납득하게 만드는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마감 세 개를 칠판에 적어 두고 학기 내내 지우지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번째의 마지막 문장을 14주차에 다시 말한다. 완벽주의로 제출을 미루는 학생이 매년 전시에 못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숫자를 임의로 넣지 않았다. 학과 기준을 받으면 이 슬라이드와 각 주차 체크리스트를 함께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중요하다. 눈대중으로 적어 오면 다음 주에 '문제가 없다'고 생각하게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실측표가 2주차 수업의 재료다. 재보지 않고 오면 실습을 시작할 수 없다. '다른 그대로 적어 오라'는 말을 강조할 것 — 정리해서 오면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시작 · 개인 발표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1학기에 정의한 것을 꺼내 놓고,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이번 학기에 무엇을 만들지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피드백 60% · 학기 운영 안내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산출물 개인 발표 · 2학기 작업 범위 확정서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피드백 60% · 학기 운영 안내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2학기 오리엔테이션 — 무엇이 달라지나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발표 1부 — 4명 (8분 발표 + 7분 피드백)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01:30–02:30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발표 2부 — 4명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02:30–02:50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총평 — 공통으로 보이는 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준비물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결과를 8분 안에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발견했고 무엇을 만들기로 했는지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학기에 만들 것을 목록으로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몇 개, 그중 패널에 실을 것 몇 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전원의 프로젝트를 한 번 훑는다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중 전원을 보는 유일한 시간입니다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마감 세 개를 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무엇이 잠기는지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학기의 한 문장 — 1학기에 정한 것을 눈에 보이는 결과로 만들어, 전시 패널 한 장으로 내놓는다.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SHIFT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1학기와 2학기는 무엇이 다른가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질문이 바뀝니다. 도구도 평가 기준도 함께 바뀝니다.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— 디자이닝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— 기획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이것을 어떻게 보이게 할 것인가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만들 것인가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화면 · 디자인 시스템 · 인쇄 데이터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· 컨셉 · 화면 기획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 기준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 · 완성도 · 규격 준수 — 재현 가능한 기준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 기준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타당성 · 설득력 — 논증의 문제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끝나는 지점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출력소에 넘길 수 있는 파일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끝나는 지점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만들지 정한 문서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SEMESTER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15주 —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뒤로 갈수록 되돌릴 수 있는 폭이 줄어듭니다.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 · 1–2주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규격을 세운다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결과 공유와 작업 범위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기준 폭 하나로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GNB를 수치로 규격화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정한 값이 학기 내내 기준이 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026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773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시스템 · 3–6주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9773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것을 먼저 만든다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773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773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· 간격 토큰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세트와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레이아웃과 반응 규칙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부실하면 화면 작업이 세 배 느려집니다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044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791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· 7–11주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0791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그린다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0791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791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완성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상태와 예외 화면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연결과 점검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이미지가 이 구간에서 나옵니다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0619" y="1700784"/>
            <a:ext cx="2480996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091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· 12–15주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091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형식으로 재편집한다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418091" y="2798064"/>
            <a:ext cx="178605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091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레이아웃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데이터 제작 (CMYK · 300dpi · 도련)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발주와 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마감은 예외가 없습니다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3~15주차 세부 구성은 확정 후 공지합니다. 오늘은 구간과 마감 시점만 기억하세요.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8분 발표 · 7분 피드백. 1학기에 무엇을 정했고 무엇이 비어 있는지 그대로 꺼냅니다.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— 8분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만든 것을 보여 주는 자리가 아니라, 어디서 출발하는지 확인하는 자리입니다.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말할 것 — 순서대로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무엇을 만드는 서비스인가 한 문장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1:00–2:30 누구의 어떤 문제에서 출발했나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2:30–4:00 컨셉과 그것을 고른 이유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4:00–6:30 지금 있는 화면 — 전체를 한 번에 보여 줍니다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6:30–8:00 비어 있는 것과 이번 학기에 만들 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사람이 볼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화면들이 같은 서비스로 보이는가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사이에 빠진 단계가 있는가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만한 장면이 이미 있는가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작업량이 현실적인가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90초가 오늘 발표의 핵심입니다. '무엇이 없는지'를 말하지 않으면 이 발표는 의미가 없습니다.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 기록지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여덟 명분을 채웁니다. 오늘 제출물입니다.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만드는 서비스를 한 줄로 적을 수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화면들이 같은 시스템으로 보이는지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빠져 보이는 화면이나 단계를 하나 적었다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만한 장면을 하나 골라 적었다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작업량이 많아 보이는지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가져오고 싶은 것을 하나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것과 비교해 내가 뒤처진 부분을 하나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최소 두 번 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7번을 솔직하게 적으세요. 오늘 알면 따라잡을 시간이 14주 남았습니다.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결론은 흔들지 않습니다.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학기에 바꿀 것은 '어떻게 보이는가'입니다.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발표를 듣고 나면 자기 컨셉이 약해 보입니다. 매년 그렇습니다. 그러나 지금 컨셉을 바꾸면 리서치 근거가 사라진 채로 화면만 남고, 패널에서 '왜 이걸 만들었는지' 답할 수 없게 됩니다. 컨셉의 범위를 좁히는 것은 되지만, 출발점을 갈아엎는 것은 이번 학기에 불가능합니다.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COMMON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1학기 결과물에서 반복해서 보이는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대부분의 프로젝트가 같은 자리에서 걸려 있습니다. 2학기 초반이 이것을 푸는 구간입니다.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화면마다 규격이 다르다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하단 바인데 높이가 화면마다 다르고, 아이콘 크기도 제각각입니다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요소를 여러 번 그렸다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복사·붙여넣기로 만들어 하나를 고치면 나머지를 다 찾아 고쳐야 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2–3주차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색과 글자 크기가 그때그때 정해졌다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규칙이 없어 화면을 나란히 놓으면 다른 서비스처럼 보입니다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3–4주차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정상 화면만 있다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데이터가 없을 때, 오류가 났을 때의 화면이 없어 완성도가 낮아 보입니다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7–11주차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패널을 염두에 둔 이미지가 없다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캡처는 있는데 3m에서 읽히는 큰 장면이 없습니다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12–15주차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1번과 2번을 다음 주에 함께 풉니다. 이 둘이 풀리면 나머지 작업 속도가 눈에 띄게 달라집니다.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운영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언제 무엇이 잠기는지 먼저 알고 시작합니다.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DEADLINE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잠기는 시점 세 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세 번은 일정이 뒤에 붙어 있어 조정이 불가능합니다.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범위 확정 · 2주차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 화면 목록이 여기서 잠깁니다. 이후 화면을 늘리면 패널 마감을 맞출 수 없습니다. 줄이는 것은 언제든 가능합니다.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완성 · 11주차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실릴 이미지가 이 시점에 다 있어야 합니다. 12주차부터는 레이아웃 작업이고 화면을 고칠 시간이 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인쇄 데이터 마감 · 14주차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발주와 전시 설치 일정에 직결됩니다. 한 사람이 늦으면 학과 전시 전체가 밀립니다. 예외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미완성 제출이 미제출보다 낫습니다. 세 시점 모두 완성도가 100%가 아니어도 반드시 제출하세요.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기준이 확정되면 이 슬라이드를 먼저 고칩니다.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주차별 제출물 (2~11주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바로 드러납니다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마지막에 몰아서 만들 수 없는 구조입니다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검증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중반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시스템의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조정할 수 있는 시점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시점은 3~15주차 확정 시 공지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3m 가독성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사양 준수 (CMYK · 300dpi · 도련)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배점이 가장 큰 항목입니다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배점 비율은 학과 기준 확정 후 공지합니다. 확정 전까지는 위 세 축이 평가된다는 것만 기억하세요.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실측표가 다음 주 수업의 재료입니다. 재보지 않으면 실습을 시작할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마쳤고 8분을 지켰다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'비어 있는 것'을 발표에서 말했다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기록지 8명분을 채워 제출했다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범위 확정서에 만들 화면 목록이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 패널에 실을 화면을 표시했다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실측표에 기준 폭 · GNB 높이 · 아이콘 · 라벨 크기를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값이 다른 곳을 그대로 적었다 (정리하지 않았다)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파일을 2학기용으로 복제하고 페이지를 나눴다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실측할 때 눈대중으로 적지 마세요. Figma에서 실제 값을 클릭해 확인하고 적습니다.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2주차부터 실제 디자인 작업이 시작됩니다.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2학기 작업 범위 확정서 1장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 화면 목록, 그중 패널에 실을 화면, 아직 비어 있는 화면을 표로. 오늘 받은 피드백을 반영해 다시 정리합니다.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실측표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화면의 기준 폭 · 하단 GNB 높이 · 아이콘 크기 · 라벨 크기를 실제로 재서 적습니다. 재보면 화면마다 다를 것입니다. 다른 그대로 적어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Figma 파일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파일을 2학기용으로 복제하고 페이지를 나눕니다 — 01 화면 / 02 컴포넌트 / 03 패널. 링크를 제출하세요.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하단 GNB · 수치로 짓는 컴포넌트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화면 폭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 타깃에서 시작하는 수치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컴포넌트와 인스턴스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실측표 · Figma 파일 링크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2학기 시작 · 개인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2학기 시작 · 개인 발표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2026-08-31T12:17:59Z</dcterms:created>
  <dcterms:modified xsi:type="dcterms:W3CDTF">2026-08-31T12:17:59Z</dcterms:modified>
</cp:coreProperties>
</file>