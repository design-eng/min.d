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서비스디자인 다섯 번째 시간입니다.
지난주에 헤더와 리스트와 카드를 만들고 색과 글자를 토큰으로 묶었습니다. 과제로 디자인 네 장을 받았고요.
오늘 먼저 그 네 장을 함께 봅니다.
그다음은 남은 것들입니다. 아이콘, 입력 요소, 버튼. 그리고 화면이 비어 있을 때와 기다릴 때와 잘못됐을 때 무엇을 보여줄지.
마지막 상태 화면이 오늘의 진짜 주제입니다. 대부분의 학생이 잘 된 경우만 그리고 끝냅니다. 그런데 실제 서비스에서 사용자가 만나는 화면의 상당수가 비어 있거나 기다리거나 잘못된 상태예요. 그걸 안 그려 놓으면 개발 단계에서 아무 말 없이 빈 화면이 나갑니다.
오늘이 끝나면 기준 구간이 끝납니다. 다음 주부터는 이 시스템으로 화면을 늘려 가는 일만 남습니다.
[운영 메모]
상태 화면(빈 화면 · 로딩 · 오류)이 오늘의 중심이다. 학생들은 이것을 '나중에 할 일'로 미루는데, 실제로는 이걸 안 그리면 화면 수가 절반만 나온 것이다. 컨펌 때 지난주 4장에 상태가 하나도 없다는 점을 먼저 짚어 두면 오늘 강의가 잘 들어간다.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먼저 남은 요소들입니다. 아이콘, 입력, 버튼.
방식은 지난주와 똑같아요. 근거에서 값을 찾고, 값에 이름을 붙이고, 화면에서는 꺼내 씁니다. 세 번째 반복이니 이제 손에 익으실 겁니다.
[운영 메모]
30분 구간. 같은 방식의 세 번째 반복이므로 강의를 빠르게 넘기고 도판에서 시간을 쓸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도판을 보시겠습니다.
왼쪽이 입력 요소입니다. 높이 48, 좌우 패딩 16, 모서리 8, 글자 17. 지난주에 정한 값들과 같은 목록에서 나왔습니다.
상태가 다섯입니다. 기본, 포커스, 입력됨, 오류, 비활성.
여기서 중요한 건 이걸 선 굵기로 나눴다는 점이에요. 기본 1, 입력됨 1, 오류 1.5, 포커스 2.
색으로만 나누면 안 됩니다. 색을 구별하지 못하는 사람에게는 다섯 상태가 전부 같은 화면이 됩니다. 남자 스무 명 중 한 명꼴이에요. 여러분 반에도 있을 수 있습니다.
오류일 때 메시지가 아래에 붙습니다. 이것도 자리를 미리 잡아 두세요. 메시지가 나타나면서 아래 요소들이 밀리면 사용자가 누르려던 버튼이 움직입니다.
오른쪽이 버튼입니다. 세 등급이에요. 기본은 면을 채우고, 보조는 선만, 텍스트 버튼은 면도 선도 없습니다.
한 화면에 기본 버튼은 하나입니다. 둘이면 둘 다 기본이 아니게 돼요.
그리고 터치 영역. 눈에 보이는 크기와 별개로 최소 44를 지킵니다. 텍스트 버튼이 특히 위험합니다. 글자만 보이니까 작게 만들기 쉬운데, 누를 수 있는 영역은 44여야 합니다.
[운영 메모]
색각 이상 이야기는 실제 수치(남성 약 5%)와 함께 말하면 학생들이 진지하게 받아들인다. 오류 메시지 자리를 미리 잡는 것은 개발 단계에서 반드시 문제가 되는 지점이다.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아이콘도 네 가지만 정하면 됩니다.
첫째, 크기. 24를 기본으로 잡으세요. 작은 자리에는 20, 큰 자리에는 32. 세 개면 충분합니다.
둘째, 선 굵기. 2로 통일하세요. 아이콘마다 굵기가 다르면 한 벌로 안 보입니다. 무료 아이콘을 여기저기서 가져다 쓰면 반드시 이 문제가 생깁니다.
셋째, 채움이냐 선이냐. 둘을 섞지 마세요. 다만 예외가 하나 있는데, 선택된 상태를 채움으로 표시하는 건 괜찮습니다. 지난주 GNB 탭이 그랬지요.
넷째, 터치 영역. 아이콘이 24여도 누를 수 있는 영역은 44입니다. 아이콘 주위에 투명한 여백을 두는 겁니다.
그리고 아이콘은 직접 그리지 마세요. 시간이 아깝습니다. 무료 아이콘 세트를 하나 골라서 그 안에서만 쓰시면 됩니다. 한 세트 안에서 고르면 굵기와 모양이 자동으로 맞습니다.
[운영 메모]
여기저기서 아이콘을 긁어 오는 학생이 매년 나온다. 세트를 하나 정하게 하고 이름을 규격 표에 적게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쉬셨으면 이어가겠습니다.
오늘의 중심입니다.
여러분이 지금까지 그린 화면은 전부 잘 된 경우입니다. 목록에 항목이 열 개 있고, 이미지가 다 불러와져 있고, 아무 문제가 없는 상태요.
실제로는 그렇지 않습니다. 처음 들어온 사용자는 목록이 비어 있고, 네트워크가 느리면 기다려야 하고, 뭔가 잘못되면 오류를 봅니다.
이걸 안 그려 놓으면 어떻게 되느냐. 개발자가 알아서 만듭니다. 대개 흰 화면이 나가요.
[운영 메모]
25분 구간. 학생들 과제 화면에 상태가 하나도 없다는 것을 컨펌 때 확인해 두었다가 여기서 연결할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세 가지를 만드셔야 합니다.
첫째, 빈 화면. 아직 아무것도 없는 상태예요. 여기에 뭘 넣느냐가 중요합니다. 그냥 비워 두면 사용자는 고장 난 줄 압니다.
세 가지를 넣으세요. 왜 비어 있는지, 무엇을 하면 채워지는지, 그리고 그걸 할 수 있는 버튼. 이 세 개면 됩니다.
둘째, 불러오는 중. 여기서 흔한 실수가 화면 가운데 동그라미 하나 돌리는 겁니다. 그러면 아무것도 안 보이는 시간이 생겨요.
더 나은 방법은 나올 화면의 뼈대를 회색으로 먼저 보여주는 겁니다. 리스트가 나올 자리에 회색 막대들을 놓는 거죠. 기다리는 시간이 짧게 느껴지고, 무엇이 나올지도 미리 보입니다.
셋째, 오류. 여기에 규칙이 있습니다. 세 줄입니다. 무엇이 잘못됐는지, 왜 그런지, 무엇을 하면 되는지.
'오류가 발생했습니다'만 쓰면 사용자는 할 수 있는 게 없습니다. 그리고 오류 코드를 사용자에게 보여주지 마세요. 그건 개발자용입니다.
[운영 메모]
02 의 뼈대 보여주기(스켈레톤)는 실제 앱을 켜서 보여주면 1초에 이해한다. 수업 전에 예시 앱을 두어 개 정해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상태 화면은 그림보다 문장이 중요합니다. 네 가지만 지키세요.
첫째, 사용자가 할 수 있는 것을 씁니다. '네트워크 오류'가 아니라 '연결을 확인하고 다시 시도해 주세요'.
둘째, 사용자를 탓하지 않습니다. '잘못 입력하셨습니다'보다 '이 형식으로 입력해 주세요'가 낫습니다. 같은 말인데 받는 느낌이 다릅니다.
셋째, 짧게 씁니다. 한 줄에 다 안 들어가면 두 줄까지. 세 줄이 되면 아무도 안 읽습니다.
넷째, 전문용어를 쓰지 않습니다. 서버, 세션, 토큰. 이런 말은 사용자의 말이 아닙니다.
이 네 가지는 여러분이 앞으로 어떤 화면을 만들든 그대로 적용됩니다.
[운영 메모]
문장을 디자인의 일부로 다루는 첫 시간이다. 학생들이 '글은 나중에'로 미루는 습관을 여기서 끊어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마지막 강의 덩어리입니다.
이제 부품이 다 모였습니다. GNB, 헤더, 리스트, 카드, 아이콘, 입력, 버튼, 그리고 색과 글자 토큰.
이걸로 화면을 어떻게 늘리는지, 그리고 안 맞는 화면을 만나면 어떻게 하는지 보겠습니다.
[운영 메모]
30분 구간. 앞 15분은 시연, 뒤 15분은 예외 처리. 시연에서 실제로 화면 하나를 5분 만에 조립해 보일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같은 화면인데 만드는 방식이 다르면 이렇게 갈립니다.
첫 줄, 시작하는 방법입니다. 조립은 컴포넌트를 꺼내 놓는 것부터 시작합니다. 그리기는 사각형부터 그립니다.
둘째 줄, 걸리는 시간. 조립은 화면당 십 분 안쪽입니다. 그리기는 한 시간씩 걸려요.
셋째 줄, 고칠 때. 조립한 화면은 토큰 하나 바꾸면 전부 바뀝니다. 그린 화면은 한 장씩 열어서 고쳐야 합니다.
넷째 줄, 일관성. 조립하면 저절로 맞습니다. 그리면 매번 어긋나요.
다섯째 줄이 중요합니다. 새 요소가 필요할 때. 조립하는 사람은 컴포넌트를 고치고 다시 조립합니다. 그리는 사람은 그 자리에서 새로 그립니다. 그러면 시스템 밖에 있는 요소가 하나씩 늘어나요.
오른쪽으로 가면 지난 세 주가 없던 일이 됩니다.
[운영 메모]
실습 중에 오른쪽으로 가는 학생이 반드시 나온다. 순회하며 '지금 그리고 계신가요, 조립하고 계신가요'를 물어볼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실습하다 보면 반드시 이런 순간이 옵니다. 만들어 둔 컴포넌트로는 안 되는 화면.
세 가지 방법이 있고, 순서대로 검토하세요.
첫째, 컴포넌트를 고칩니다. 지금 화면만이 아니라 다른 화면에도 필요한 변화라면 이게 맞습니다. 예를 들어 리스트 행에 배지가 필요해졌는데 다른 화면에도 배지가 들어갈 것 같다면, 리스트 행 컴포넌트에 배지 자리를 추가하는 겁니다.
둘째, 배리언트를 추가합니다. 이 경우에만 다르게 보여야 한다면 같은 컴포넌트의 변형으로 담습니다. 컴포넌트가 늘어나지 않으면서 예외를 처리할 수 있어요.
셋째, 일회용으로 둡니다. 정말 이 화면 하나에만 있는 것이면 그냥 그 자리에 만들어 두셔도 됩니다. 다만 규격 표에 '일회용'이라고 적어 두세요. 나중에 또 나오면 그때 컴포넌트로 올리는 겁니다.
셋 중에 제일 나쁜 건 아무 표시 없이 그냥 그려 두는 겁니다. 그러면 나중에 왜 이게 여기 있는지 아무도 모릅니다.
[운영 메모]
01 을 남용하면 컴포넌트가 비대해지고 03 을 남용하면 시스템이 무너진다. 순회하며 판단을 같이 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실습 50분입니다. 네 단계예요.
처음 10분. 아이콘 세트를 고르세요. 구글에서 무료 아이콘 세트를 찾으시면 됩니다. 고르셨으면 세트 이름을 규격 표에 적고, 크기 세 개와 선 굵기를 정하세요.
여기서 오래 고민하지 마세요. 한 세트 안에 필요한 아이콘이 다 있는지만 보시면 됩니다.
다음 12분. 입력 요소와 버튼을 만듭니다. 입력은 다섯 상태를 배리언트로 담고, 버튼은 세 등급을 배리언트로 담으세요. 색과 글자는 반드시 토큰을 거세요. 직접 지정하면 지난주 한 일이 헛일이 됩니다.
다음 18분이 오늘의 핵심입니다. 상태 화면 세 장. 빈 화면, 불러오는 중, 오류.
문장 쓰실 때 아까 본 네 가지를 지켜 주세요. 특히 두 번째, 사용자를 탓하지 않기.
마지막 10분. 새 화면 하나를 조립해 보세요. 컴포넌트만 꺼내서요. 십 분 안에 끝나면 시스템이 제대로 선 겁니다. 안 끝나면 뭔가 빠진 거예요. 무엇이 빠졌는지 적어 두시고 저한테 말씀해 주세요.
돌아다니겠습니다.
[운영 메모]
마지막 10분이 시스템 완성도를 재는 시험이다. 십 분 안에 못 끝내는 학생은 컴포넌트가 덜 만들어졌거나 토큰이 안 걸려 있다. 무엇이 빠졌는지 함께 찾아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마지막 10분입니다. 짝을 지어 서로의 파일을 봅니다.
왼쪽 네 가지를 확인하세요.
첫째가 제일 중요합니다. 새 화면 하나를 십 분 안에 조립할 수 있는가. 서로 시간을 재 보세요.
둘째, 입력 요소의 다섯 상태가 배리언트로 들어 있는가.
셋째, 상태 화면 세 장이 컴포넌트로 조립되었는가. 따로 그렸으면 안 됩니다.
넷째, 규격 표가 이어져 있는가.
오른쪽은 오늘 나오는 문제들입니다. 두 번째를 보세요. 오류 상태를 색으로만 구분한 경우. 아까 말씀드린 그겁니다.
네 가지가 다 되면 기준 구간이 끝난 겁니다. 다음 주부터는 화면을 늘리는 일만 남아요.
[운영 메모]
'십 분 안에 조립' 확인은 서로 시간을 재게 하면 재미있어지고 정확해진다. 못 하는 학생은 다음 주 전에 보완하도록 개별로 잡을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제출 점검표입니다. 다음 수업 전까지 올려 주세요.
열여섯 개인데 뒤 다섯 개를 보세요. 상태 화면과 관련된 것들입니다.
열두 번째, 빈 화면에 다음에 할 일이 있는가. 그림만 있으면 안 됩니다.
열세 번째, 오류 메시지가 세 줄 규칙을 지켰는가.
열네 번째, 사용자를 탓하는 문장이 없는가. 자기 화면을 소리 내어 읽어 보시면 금방 압니다.
열다섯 번째와 열여섯 번째가 이번 주의 실질입니다. 여덟 장 중 상태 화면이 최소 한 장 들어갔는가, 그리고 직접 그린 요소가 없는가.
[운영 메모]
상태 화면 관련 항목을 뒤에 몰아 두었다. 과제 확인 때 이 다섯 개를 먼저 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[말할 내용]
정리하겠습니다.
과제 세 가지입니다. 아이콘과 입력과 버튼 규격, 상태 화면 세 장, 그리고 디자인 여덟 장으로 확장.
두 번째를 꼭 해 오세요. 빈 화면, 불러오는 중, 오류. 세 장입니다.
이걸 안 만들어 두면 다음 주부터 화면을 늘릴 때 계속 잘 된 경우만 그리게 됩니다. 그러면 졸업 전시 패널에 올릴 화면이 절반만 나옵니다.
세 번째, 여덟 장 중 새로 만드는 네 장에 상태 화면이 최소 한 장은 들어가야 합니다.
그리고 매번 같은 조건입니다. 직접 그린 요소가 남으면 안 됩니다. 새로 그려야 할 것이 생기면 컴포넌트를 먼저 고치고 다시 조립하세요.
다음 주부터 화면 구간입니다. 기준을 세우는 일은 오늘로 끝나요. 오늘까지 만든 것이 부실하면 남은 열 주가 계속 힘듭니다.
질문 있으신 분?
[운영 메모]
상태 화면 3종을 반드시 받아야 한다. 이것이 없으면 화면 구간에서 '정상 화면만 20장'이 되고, 졸업 전시 패널에서 서비스로 보이지 않는다. 과제 확인 때 제일 먼저 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05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  ·  PHASE 1 기준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남은 화면으로 넓히기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아이콘 · 입력 요소 · 상태 화면까지 규격을 정하고,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만든 시스템만으로 남은 화면을 조립합니다.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· 입력 · 상태 화면 규격 · 디자인 8장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아이콘과 입력 요소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화면마다 반복되는 마지막 요소들입니다. 방식은 지난주와 같습니다.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입력 요소와 버튼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상태를 색이 아니라 선 굵기로 나눕니다.</a:t>
            </a:r>
            <a:endParaRPr lang="en-US" sz="1150" dirty="0"/>
          </a:p>
        </p:txBody>
      </p:sp>
      <p:pic>
        <p:nvPicPr>
          <p:cNvPr id="9" name="Image 0" descr="/home/user/MIN.D/assets/form/input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286" y="1737360"/>
            <a:ext cx="10685124" cy="380390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40080" y="568756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7607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요소는 다섯 상태, 버튼은 세 등급. 이 여덟 개가 폼이 있는 모든 화면에서 반복됩니다.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남은 화면으로 넓히기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아이콘 — 정할 것은 네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그리지 말고 한 세트 안에서만 고릅니다.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 — 24 기본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작은 자리 20, 큰 자리 32. 세 개면 충분합니다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선 굵기 — 2 로 통일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아이콘마다 굵기가 다르면 한 벌로 보이지 않습니다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굵기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채움과 선을 섞지 않는다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예외는 선택된 상태입니다. 지난주 GNB 탭이 그랬습니다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형태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터치 영역은 44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아이콘이 24여도 누를 수 있는 영역은 44입니다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아이콘을 직접 그리지 마세요. 무료 세트를 하나 골라 그 안에서만 쓰면 굵기와 모양이 저절로 맞습니다.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남은 화면으로 넓히기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비어 있을 때 · 기다릴 때 · 잘못됐을 때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사용자가 만나는 화면의 절반은 잘 된 경우가 아닙니다.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세 가지 상태 화면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셋을 그려 두지 않으면 개발 단계에서 흰 화면이 나갑니다.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비어 있을 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비어 있는지 · 무엇을 하면 채워지는지 · 그것을 할 수 있는 버튼.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세 개가 없으면 사용자는 고장 난 줄 압니다.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기다릴 때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가운데 동그라미 대신 나올 화면의 뼈대를 회색으로 먼저 보여줍니다.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기다리는 시간이 짧게 느껴지고 무엇이 나올지도 보입니다.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잘못됐을 때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줄로 씁니다. 무엇이 잘못됐는지 · 왜 그런지 · 무엇을 하면 되는지.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오류 코드는 개발자용입니다. 사용자에게 보여주지 않습니다.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화면 모두 오늘 만든 컴포넌트와 토큰으로 조립합니다. 상태 화면이라고 따로 그리면 또 낱개가 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남은 화면으로 넓히기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WRITING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상태 화면의 문장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 화면은 그림보다 문장이 일을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할 수 있는 것을 쓴다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'네트워크 오류'가 아니라 '연결을 확인하고 다시 시도해 주세요'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탓하지 않는다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'잘못 입력하셨습니다'보다 '이 형식으로 입력해 주세요'. 같은 말인데 받는 느낌이 다릅니다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짧게 쓴다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줄, 길어도 두 줄. 세 줄이 되면 아무도 읽지 않습니다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길이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전문용어를 쓰지 않는다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· 세션 · 토큰은 사용자의 말이 아닙니다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가지는 상태 화면만이 아니라 앞으로 만들 모든 화면의 문장에 그대로 적용됩니다.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남은 화면으로 넓히기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시스템으로 화면 늘리기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지금부터 화면은 그리는 것이 아니라 조립하는 것입니다.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CONTRAST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조립한 화면 · 그린 화면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 세 주를 들여 만든 것이 여기서 값을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407822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조립한 화면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40782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그린 화면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컴포넌트를 꺼내 놓는 것부터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사각형부터 그린다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화면당 십 분 안쪽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화면당 한 시간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때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토큰 하나 바꾸면 전부 바뀐다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때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장씩 열어서 고친다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일관성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저절로 맞는다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일관성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매번 어긋난다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1042416" y="502920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99352" y="502920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42416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요소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42416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컴포넌트를 고치고 다시 조립한다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699352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요소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699352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자리에서 새로 그린다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남은 화면으로 넓히기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EXCEPTION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시스템에 안 맞는 화면을 만나면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반드시 이런 순간이 옵니다. 순서대로 검토하세요.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컴포넌트를 고친다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화면에도 필요한 변화라면 이것이 맞습니다.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리스트 행에 배지가 필요해졌고 다른 화면에도 들어갈 것 같다면 컴포넌트에 자리를 만듭니다.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배리언트를 추가한다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경우에만 다르게 보여야 한다면 같은 컴포넌트의 변형으로 담습니다.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 수를 늘리지 않으면서 예외를 처리할 수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일회용으로 둔다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정말 이 화면에만 있는 것이면 그 자리에 만들어 둡니다.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다만 규격 표에 '일회용'이라고 적습니다. 또 나오면 그때 컴포넌트로 올립니다.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제일 나쁜 것은 아무 표시 없이 그려 두는 것입니다. 나중에 왜 그것이 거기 있는지 아무도 모르게 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남은 화면으로 넓히기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· 남은 화면 조립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작업 — 오늘은 그리지 않고 조립합니다.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아이콘 세트 고르고 규격 적기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181051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세트를 하나 골라 이름을 규격 표에 적습니다. 크기 세 개와 선 굵기를 정합니다.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입력 요소와 버튼 만들기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80560" y="277977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입력은 다섯 상태를 배리언트로, 버튼은 세 등급을 배리언트로. 색과 글자는 토큰을 겁니다.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상태 화면 세 장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0560" y="37490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화면 · 불러오는 중 · 오류. 문장은 네 가지 규칙을 지켜 씁니다.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일반 화면 한 장 조립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480560" y="471830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화면 하나를 컴포넌트만 꺼내 조립합니다. 십 분 안에 끝나는지 확인합니다.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남은 화면으로 넓히기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VERIFY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확인 — 기준 구간이 끝났는가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1조로 서로의 파일에서 확인합니다.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이렇게 확인합니다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화면 하나를 십 분 안에 조립할 수 있는지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요소의 다섯 상태가 배리언트로 들어 있는지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 화면 세 장이 컴포넌트로 조립되었는지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규격 표에 아이콘 · 입력 · 버튼이 이어 적혀 있는지 봅니다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자주 나오는 문제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아이콘을 여러 세트에서 가져와 굵기가 제각각인 경우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오류 상태를 색으로만 구분해 선 굵기가 같은 경우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화면에 그림만 있고 다음에 할 일이 없는 경우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 화면을 컴포넌트 없이 따로 그린 경우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가지가 다 되면 기준 구간이 끝난 것입니다. 다음 주부터는 이 시스템으로 화면을 늘리는 일만 남습니다.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남은 화면으로 넓히기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디자인 점검표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주부터 이 시스템으로 화면을 늘립니다.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78879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7887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98448" y="175564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세트 이름이 규격 표에 적혀 있다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2427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25742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2574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298448" y="222427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크기가 세 개 안에서만 쓰였다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69290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272605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7260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298448" y="269290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선 굵기가 전부 같다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16153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319468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1946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298448" y="316153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터치 영역이 44 로 잡혀 있다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363016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4400" y="366331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36633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298448" y="363016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요소의 다섯 상태가 배리언트로 들어 있다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409879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413194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1319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298448" y="409879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상태를 색이 아니라 선 굵기로도 구분할 수 있다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56742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14400" y="460057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46005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298448" y="456742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오류 메시지 자리가 미리 잡혀 있어 다른 요소가 밀리지 않는다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0080" y="503605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4400" y="506920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50692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298448" y="503605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버튼이 세 등급으로 나뉘어 있다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97016" y="175564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71336" y="178879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71336" y="178879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955384" y="175564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화면에 기본 버튼이 하나뿐이다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297016" y="222427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571336" y="225742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71336" y="225742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955384" y="222427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 · 버튼의 색과 글자가 토큰으로 걸려 있다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97016" y="269290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571336" y="272605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71336" y="272605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955384" y="269290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화면 · 불러오는 중 · 오류 세 장이 있다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6297016" y="316153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571336" y="319468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71336" y="319468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6955384" y="316153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화면에 다음에 할 일과 버튼이 있다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6297016" y="363016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571336" y="366331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571336" y="366331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955384" y="363016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오류 메시지가 무엇이 · 왜 · 무엇을 하면 되는지 세 줄로 되어 있다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6297016" y="409879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571336" y="413194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71336" y="41319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6955384" y="409879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사용자를 탓하는 문장이 없다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6297016" y="456742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571336" y="460057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71336" y="460057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6955384" y="456742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여덟 장 중 상태 화면이 최소 한 장 들어 있다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6297016" y="5036058"/>
            <a:ext cx="5254600" cy="32232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571336" y="5069205"/>
            <a:ext cx="256032" cy="256032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571336" y="50692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6955384" y="5036058"/>
            <a:ext cx="432191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그린 요소가 한 개도 남아 있지 않다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640080" y="555955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0080" y="566928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12~16 번이 이번 주의 실질입니다. 상태 화면을 미루면 다음 구간에서 정상 화면만 스무 장이 됩니다.</a:t>
            </a:r>
            <a:endParaRPr lang="en-US" sz="1250" dirty="0"/>
          </a:p>
        </p:txBody>
      </p:sp>
      <p:sp>
        <p:nvSpPr>
          <p:cNvPr id="75" name="Shape 7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남은 화면으로 넓히기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주부터 화면 구간입니다. 만든 시스템으로 실제 화면을 늘려 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아이콘 · 입력 · 버튼 규격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표에 이어서 적습니다. 아이콘 크기와 선 굵기, 입력 요소의 다섯 상태, 버튼 세 등급을 값과 근거로 채웁니다.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상태 화면 3종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화면 · 불러오는 중 · 오류 화면을 각각 한 장씩 만듭니다. 오늘 만든 컴포넌트와 토큰만 씁니다.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디자인 8장으로 확장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4장에 4장을 더합니다. 새 4장 중 최소 1장은 상태 화면입니다. 직접 그린 요소가 남지 않게 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10월 14일(수) 수업 시작 전까지 · Figma 링크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06주차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늘리기 — 흐름 단위로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화면이 아니라 한 흐름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사이의 이동과 되돌아오기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정보를 다른 화면에서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 단위 컨펌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규격 표 · 상태 화면 3종 · 디자인 8장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5주차 남은 화면으로 넓히기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5주차 남은 화면으로 넓히기</dc:title>
  <dc:subject>원광대학교 2026-2 · 학부 3학년 · 주 3시간 × 15주 · 1학기 기획을 졸업 전시 패널 데이터로</dc:subject>
  <dc:creator>MIN.D</dc:creator>
  <cp:lastModifiedBy>MIN.D</cp:lastModifiedBy>
  <cp:revision>1</cp:revision>
  <dcterms:created xsi:type="dcterms:W3CDTF">2026-09-30T09:40:34Z</dcterms:created>
  <dcterms:modified xsi:type="dcterms:W3CDTF">2026-09-30T09:40:34Z</dcterms:modified>
</cp:coreProperties>
</file>