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서비스디자인 4주차입니다.
지난주에 GNB 하나를 수치로 정하고 컴포넌트로 만들었습니다. 과제로 그 컴포넌트를 붙인 디자인 두 장을 받았고요.
오늘은 먼저 그 두 장을 함께 봅니다. 컨펌이 오늘의 첫 30분입니다.
그다음은 같은 작업을 세 번 더 합니다. 상단 헤더, 리스트, 카드. 화면마다 반복되는 나머지 요소들이에요.
방식은 지난주와 똑같습니다. 근거에서 값을 찾고, 값을 컴포넌트에 담고, 화면에서는 꺼내 씁니다. 오늘이 끝나면 화면을 그리는 게 아니라 조립하는 상태가 됩니다.
[운영 메모]
첫 30분 컨펌이 오늘의 중심이다. 과제를 안 해온 학생이 있으면 이 시간에 티가 나고, 그게 다음 주 태도를 바꾼다. 컨펌은 고쳐 주는 자리가 아니라 기준에 맞는지 함께 보는 자리로 운영할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오늘 끝나면 네 가지를 가져가시게 됩니다.
첫째, 화면이 세로로 어떻게 나뉘는지 말할 수 있게 됩니다. 상단 안전 영역, 헤더, 본문, GNB. 네 덩어리입니다.
둘째, 헤더와 리스트와 카드의 값을 근거와 함께 정하게 됩니다. 지난주 GNB에 한 것과 똑같은 방식이에요.
셋째, 간격을 규칙으로 쓰게 됩니다. 이번 화면은 14, 저번 화면은 15, 이런 게 없어집니다.
넷째, 컴포넌트 이름을 규칙대로 붙입니다. 지금은 대여섯 개라 안 붙여도 찾지만, 다음 달에 서른 개가 되면 못 찾습니다.
둘째가 오늘의 실질입니다. 나머지는 그걸 쓰기 편하게 만드는 장치예요.
[운영 메모]
지난주와 같은 방식을 반복한다는 점을 계속 상기시킬 것. 새로 배우는 게 아니라 익힌 것을 세 번 더 한다는 감각이 있어야 실습이 빨라진다.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먼저 화면이 어떻게 나뉘는지 봅니다.
지난주에는 아래 90만 봤어요. 오늘은 위까지 봅니다.
844가 어디서 어떻게 쪼개지는지 알고 나면, 본문에 쓸 수 있는 높이가 정확히 얼마인지 나옵니다. 그 숫자가 오늘 제일 중요합니다.
[운영 메모]
35분 구간 중 앞 20분. 도판 두 장을 띄워 놓고 학생 파일과 대조시킬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오늘 기억하실 문장입니다.
지난주에 한 것을 세 번 더 반복합니다.
새로 배우는 방법은 없어요. 순서도 똑같습니다.
근거에서 값을 찾는다. 값을 컴포넌트에 담는다. 화면에서는 꺼내 쓴다.
지난주에 GNB로 한 번 해 보셨으니 오늘은 훨씬 빠를 겁니다. 막히면 지난주에 만든 Tab Item을 열어 보세요. 거기에 답이 있습니다.
[운영 메모]
'또 같은 걸 하네'라는 반응이 나오면 성공이다. 그 반복이 시스템을 만든다는 것을 짚어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왼쪽 그림을 보세요.
맨 위 47이 상단 안전 영역입니다. 노치가 차지하는 높이예요. 이건 기기가 정한 값이라 우리가 못 바꿉니다.
그 아래 44가 헤더입니다. Apple 기준이 44, Material 앱 바는 56이에요. 어느 쪽을 쓰든 좋습니다. 다만 고르고 나면 학기 내내 같은 값을 씁니다.
맨 아래 90이 지난주에 정한 GNB고요.
그러면 본문은 844 빼기 47 빼기 44 빼기 90, 663입니다.
오른쪽을 보세요. 지난주에는 754라고 했죠. 그때는 위를 안 봤으니까요. 헤더를 넣으면 663으로 줄어듭니다. 91이 줄어든 겁니다.
이게 왜 중요하냐면, 스크롤 없이 보이는 첫 화면이 663이기 때문입니다. 이 안에 뭐가 들어가야 하는지를 정하지 않으면 중요한 게 아래로 밀립니다.
지금 여러분 파일에서 첫 화면을 열어 보세요. 663 안에 무엇이 들어가 있나요?
[운영 메모]
'스크롤 없이 보이는 높이'를 처음 듣는 학생이 많다. 이 한 장으로 첫 화면 우선순위 이야기를 함께 할 수 있다. 도판은 assets/screen/ 에 있고 fig4a.html 로 다시 그린다.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상단 헤더는 정할 게 네 가지뿐입니다.
첫째 높이. 44입니다. 상단 안전 영역 47은 헤더 높이에 넣지 않고 위에 따로 둡니다. 이걸 합쳐서 91로 잡는 분들이 있는데, 그러면 기기가 바뀌었을 때 헤더까지 같이 틀어집니다.
둘째 제목. 17pt에 가운데 정렬, 한 줄 고정이에요. 두 줄로 넘어가면 44가 깨집니다. 긴 이름은 줄이거나 말줄임으로 처리하세요.
셋째 좌우 아이콘. 보이는 건 24인데 손가락이 닿는 영역은 44입니다. 지난주 GNB에서 한 것과 같은 규칙이에요.
넷째 하단 구분선. 1px 선입니다. 그림자 대신 선, 이것도 지난주와 같습니다.
아래 줄을 보세요. 네 항목 전부 지난주에 쓴 근거를 그대로 씁니다. 새 기준을 만들 필요가 없어요.
[운영 메모]
안전 영역 47을 헤더 높이에 합쳐 91로 만드는 실수가 매년 나온다. 여기서 한 번 짚고, 실습 순회에서 다시 확인할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왼쪽이 리스트 한 행입니다.
행 높이 72. 썸네일 48에 위아래 여백 12씩을 더한 값이에요. 그리고 이 48은 지난주에 본 터치 최소 48과 같은 값입니다. 우연이 아니라 같은 근거에서 나왔습니다.
좌우 여백 16, 썸네일과 글 사이 간격 12.
오른쪽이 카드입니다. 안쪽 패딩 16, 모서리 8, 그림자 대신 선 1px.
그림자 이야기를 조금 하겠습니다. 그림자는 화면마다 흐려짐이 달라 보입니다. 배경색이 바뀌면 더 그렇고요. 선 1px으로 두면 어디서나 같게 보입니다. 패널로 출력할 때도 선이 안전합니다.
아래 문장이 오늘의 핵심입니다. 여백도 값입니다. 16, 12, 8처럼 정해 두면 다음 화면에서 다시 고민하지 않습니다.
[운영 메모]
여백을 '값'으로 보는 감각이 없는 학생이 많다. 이 장에서 자기 화면의 여백을 재 보게 할 것 — 대부분 화면마다 다르게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두 번째입니다.
값을 다 정했다고 끝이 아닙니다.
흩어진 값을 규칙으로 묶어야 다음 화면에서 안 헤매고, 이름을 붙여야 찾아 씁니다.
둘 다 오늘 십 분이면 되는데 안 하면 다음 달에 하루가 듭니다.
[운영 메모]
30분 구간. 여기는 시연이 빠르다. 실습 시간을 넉넉히 남기는 쪽이 낫다.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간격은 여섯 개면 충분합니다. 4, 8, 12, 16, 24, 32.
전부 4의 배수예요. 지난주 GNB에서 쓴 간격 4도 여기 들어갑니다.
왼쪽부터 보겠습니다. 4와 8과 12는 요소 안쪽에 씁니다. 아이콘과 라벨 사이, 글줄 사이, 썸네일과 글 사이.
가운데 16과 24는 요소 사이예요. 화면 좌우 여백 16, 카드 패딩 16, 묶음과 묶음 사이 24. 이 둘을 제일 많이 씁니다.
오른쪽 32는 구역 사이입니다. 이보다 큰 여백은 쓰지 마세요. 더 띄우고 싶으면 구분선을 쓰는 게 낫습니다. 여백만으로 구역을 나누는 데는 한계가 있어요.
아래 문장을 보세요. 14나 18처럼 목록에 없는 값이 나오면 둘 중 하나입니다. 잘못 넣었거나, 아니면 목록에 없는 규칙이 정말 필요하거나.
후자면 목록에 추가하시면 됩니다. 다만 추가할 때는 왜 필요한지 적어 두세요.
[운영 메모]
'6개로 충분한가'를 묻는 학생이 있다. 대부분의 앱이 이 범위 안에서 돌아간다고 답하고, 정말 필요하면 근거를 적고 추가하라고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이름은 세 칸으로 붙입니다. 영역 슬래시 이름 슬래시 상태.
Figma는 슬래시를 만나면 자동으로 묶어 줍니다. 이름만 제대로 붙여도 목록이 폴더처럼 정리돼요.
영역은 어디에 쓰는지입니다. Nav, List, Card, Tab.
이름은 그 요소가 무엇인지고요. Row나 Item이나 Cell 중에 하나로 통일하세요. 섞어 쓰면 검색이 안 됩니다.
상태는 Default, Selected, Pressed, Disabled. 네 개면 대부분 덮습니다.
네 번째 줄을 보세요. 지난주에 만든 Tab Item도 이 규칙으로 이름을 다시 붙이세요. 오늘 같이 정리하고 넘어갑니다.
아래 문장. 지금은 컴포넌트가 대여섯 개라 이름 없이도 찾습니다. 다음 달에 서른 개가 되면 못 찾아요. 그때 붙이려면 이미 쓰인 자리를 전부 따라다녀야 합니다.
[운영 메모]
이름 규칙은 지루해서 대충 넘기는데, 7~11주 화면 작업에서 가장 크게 되돌아온다. 실습 순회에서 이름부터 볼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실습 60분입니다.
처음 10분은 규격 명세를 이어 씁니다. 지난주 GNB 표에 헤더, 리스트, 카드를 이어서 적으세요. 값과 근거 두 칸을 같이 채웁니다. 근거 칸이 안 써지면 그 값은 아직 안 정해진 겁니다.
다음 15분은 헤더예요. 높이 44, 제목 17pt 한 줄, 좌우 아이콘 24에 터치 영역 44, 하단 선 1px. 만들고 나서 이름을 규칙대로 붙이는 것까지가 이 단계입니다.
다음 15분은 리스트 행과 카드. 행 높이 72, 썸네일 48, 여백 16, 간격 12. 카드는 패딩 16에 모서리 8입니다.
마지막 20분이 오늘의 목표예요. 지난주 컨펌 받은 두 장을 열어서, 헤더랑 리스트랑 카드를 오늘 만든 인스턴스로 바꾸세요.
만드는 것보다 적용하는 게 중요합니다. 컴포넌트만 만들어 두고 화면은 그대로면 다음 주에도 낱개로 고치고 계실 겁니다.
막히면 손 드세요. 돌아다니겠습니다.
[운영 메모]
마지막 20분을 못 지키는 학생이 나온다. 45분 지점에서 한 번 크게 알려 주고, 앞 단계가 안 끝났어도 적용으로 넘어가게 할 것. 적용을 못 해 보면 오늘 수업이 헛것이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마지막 15분입니다. 옆 사람과 짝을 지어 서로의 파일을 봅니다.
왼쪽 네 가지를 확인하세요.
헤더 마스터에서 제목 색을 바꿔 보세요. 두 장이 같이 바뀌면 인스턴스가 제대로 걸린 겁니다.
리스트 행을 하나 늘려 보세요. 간격이 그대로 유지되면 오토레이아웃이 들어간 거고요.
카드 안 글자를 길게 바꿔 보세요. 카드가 따라 늘어나야 합니다.
그리고 컴포넌트 목록을 열어 이름 규칙대로 묶여 보이는지 보세요.
오른쪽은 매년 나오는 문제들입니다. 첫 번째, 안전 영역 47을 헤더에 합쳐 91로 만든 경우. 아까 말씀드린 그거예요.
네 가지가 다 되면 오늘 것은 끝난 겁니다. 하나라도 안 되면 화면 말고 컴포넌트를 먼저 고치세요.
[운영 메모]
짝을 지어 서로 보게 하는 것이 혼자 점검표를 읽는 것보다 훨씬 잘 걸린다. 자기 실수는 안 보이고 남의 실수는 보인다.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제출 점검표입니다. 5주차 수업 전까지 올려 주세요.
열두 개인데 뒤 세 개를 보세요.
열 번째, 컨펌 받은 두 장의 헤더와 리스트와 카드가 인스턴스로 교체되었는가.
열한 번째, 새로 만든 두 장이 오늘 만든 컴포넌트만으로 조립되었는가.
열두 번째, 직접 그린 것이 한 개도 남아 있지 않은가.
이 세 개가 이번 주의 실질입니다. 앞의 아홉 개는 이걸 하기 위한 준비고요.
그리고 일곱 번째도 한 번 보세요. 간격이 여섯 개 안에서만 쓰였는가. 파일 열어서 여백을 몇 개만 찍어 보시면 금방 압니다.
[운영 메모]
점검표를 인쇄해 나눠 주고 짝끼리 체크하게 하면 제출 품질이 눈에 띄게 올라간다. 12개는 많아 보이지만 10~12번만 지켜도 다음 주가 굴러간다.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정리하겠습니다.
과제 세 가지입니다. 세 요소 규격 명세, 컴포넌트 3종 제작, 그리고 디자인 4장으로 확장.
첫째와 둘째는 오늘 실습에서 절반쯤 하셨습니다. 마무리만 하시면 됩니다.
셋째가 이번 주의 실질입니다. 오늘 컨펌 받은 두 장에 두 장을 더해서 네 장으로 만드세요.
새로 만드는 두 장은 조건이 하나 있습니다. 오늘 만든 컴포넌트만으로 조립하세요. 새로 그리는 요소가 생기면 그건 컴포넌트가 덜 만들어졌다는 뜻입니다. 그때는 컴포넌트를 먼저 고치고 다시 조립합니다.
다음 주가 추석 연휴 직후입니다. 시간은 있지만 연휴에 손 놓으면 4장이 2장으로 돌아옵니다. 연휴 전에 컴포넌트까지는 끝내 두세요.
질문 있으신 분?
[운영 메모]
9/23 수업이고 9/24~26이 추석 연휴다. 연휴를 끼고 있어 기간은 길지만 실제 작업일은 짧다. '연휴 전에 컴포넌트까지'를 못 박아 둘 것. 5주차는 9/30.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기준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  ·  PHASE 1 기준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공통 요소 확장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지난주 GNB에 쓴 방식을 헤더 · 리스트 · 카드에 그대로 반복해,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화면을 조립할 수 있는 상태로 만듭니다.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헤더 · 리스트 · 카드 규격 명세 · 컴포넌트 3종 · 디자인 4장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기준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오늘의 목표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화면이 세로로 어떻게 나뉘는지 말할 수 있다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상단 안전 영역 · 헤더 · 본문 · GNB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6700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346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27432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헤더 · 리스트 · 카드의 값을 근거와 함께 정한다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88720" y="30540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지난주 GNB와 같은 방식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69417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85876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76732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간격을 규칙으로 쓸 수 있다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88720" y="407822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그때그때 정하지 않는다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718304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88289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882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4791456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컴포넌트 이름을 규칙대로 붙인다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88720" y="510235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주부터 찾아 쓰기 위해서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공통 요소 확장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기준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화면이 어떻게 나뉘는가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세로 844를 네 덩어리로 나누고, 각 덩어리의 값을 근거에서 찾습니다.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기준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PRINCIPLE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96896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지난주에 한 것을</a:t>
            </a:r>
            <a:endParaRPr lang="en-US" sz="3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세 번 더 반복합니다.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4078224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40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새로 배우는 방법은 없습니다.</a:t>
            </a:r>
            <a:endParaRPr lang="en-US" sz="14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40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근거에서 값을 찾고, 값을 컴포넌트에 담고, 화면에서는 꺼내 씁니다.</a:t>
            </a:r>
            <a:endParaRPr lang="en-US" sz="14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40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GNB에서 한 이 순서를 헤더 · 리스트 · 카드에 그대로 옮기면 됩니다.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WEEK 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기준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REFERENCE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세로가 나뉘는 자리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844가 네 덩어리로 나뉘고, 본문이 실제로 쓰는 높이가 나옵니다.</a:t>
            </a:r>
            <a:endParaRPr lang="en-US" sz="1150" dirty="0"/>
          </a:p>
        </p:txBody>
      </p:sp>
      <p:pic>
        <p:nvPicPr>
          <p:cNvPr id="9" name="Image 0" descr="/home/user/MIN.D/assets/screen/screen-he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699" y="1737360"/>
            <a:ext cx="10868297" cy="380390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" y="568756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7607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지난주 754에서 헤더와 상단 안전 영역을 빼면 663입니다. 첫 화면 설계는 이 663 안에서 합니다.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공통 요소 확장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기준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상단 헤더 — 정할 것은 네 가지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GNB와 같은 방식으로 값과 근거를 씁니다.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71907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높이 44 / 상단 안전 영역 47은 따로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Apple HIG 내비게이션 바 기준. 안전 영역은 헤더 높이에 포함하지 않고 위에 따로 둡니다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57055" y="18105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 + 47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267004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제목 17pt · 가운데 정렬 · 1줄 고정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88720" y="298094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줄로 넘어가면 44가 깨집니다. 긴 이름은 줄이거나 말줄임으로 처리합니다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57055" y="27614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1줄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720" y="362102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좌우 아이콘 24 × 24 · 터치 영역 44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188720" y="39319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보이는 아이콘은 24지만 손가락이 닿는 영역은 44입니다. GNB와 같은 규칙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57055" y="37124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/ 44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457200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하단 구분선 1px hairline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188720" y="488289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그림자 대신 선. 지배색 명도 단계에서 가져옵니다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57055" y="46634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1px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항목 모두 지난주 GNB에서 쓴 근거를 그대로 씁니다. 새 기준을 만들지 않습니다.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공통 요소 확장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기준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REFERENCE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리스트 한 행과 카드 하나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여백도 값입니다. 정해 두면 다음 화면에서 다시 고민하지 않습니다.</a:t>
            </a:r>
            <a:endParaRPr lang="en-US" sz="1150" dirty="0"/>
          </a:p>
        </p:txBody>
      </p:sp>
      <p:pic>
        <p:nvPicPr>
          <p:cNvPr id="9" name="Image 0" descr="/home/user/MIN.D/assets/screen/list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699" y="1737360"/>
            <a:ext cx="10868297" cy="380390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" y="568756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7607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썸네일 48은 터치 최소 48과 같은 값입니다. 우연이 아니라 같은 근거에서 나온 값입니다.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공통 요소 확장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기준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간격과 이름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값을 정했으면 규칙으로 묶고, 찾을 수 있게 이름을 붙입니다.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기준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SPACING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간격은 여섯 개면 충분합니다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4의 배수로 여섯 단계를 정해 두고 그 안에서만 고릅니다.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3417722" cy="352958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 · 8 · 12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요소 안쪽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2722778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아이콘과 라벨 사이 4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글줄 사이 8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썸네일과 글 사이 12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지난주 GNB의 간격 4가 여기 들어갑니다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6986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16 · 24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요소 사이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4458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좌우 여백 16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안쪽 패딩 16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묶음과 묶음 사이 24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많이 쓰는 두 값입니다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3893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구역 사이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1365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섹션과 섹션 사이 32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이보다 큰 여백은 쓰지 않습니다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띄우고 싶으면 구분선을 씁니다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여백으로 구역을 나누는 데는 한계가 있습니다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14나 18처럼 목록에 없는 값이 나오면 둘 중 하나입니다 — 잘못 넣었거나, 목록에 없는 규칙이 필요하거나.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공통 요소 확장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기준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이름은 영역 / 이름 / 상태 세 칸으로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Figma는 슬래시를 만나면 자동으로 묶어 줍니다.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71907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Nav / Header / Default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영역은 Nav · List · Card · Tab 처럼 어디에 쓰는지로 정합니다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57055" y="18105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영역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267004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List / Row / Selected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88720" y="298094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이름은 그 요소가 무엇인지. Row · Item · Cell 중 하나로 통일합니다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57055" y="27614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720" y="362102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Card / Basic / Pressed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188720" y="39319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상태는 Default · Selected · Pressed · Disabled 네 개면 대부분 덮습니다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57055" y="37124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457200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Tab / Item / Active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188720" y="488289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지난주에 만든 Tab Item 도 이 규칙으로 이름을 다시 붙입니다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57055" y="46634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지난주 것도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지금은 컴포넌트가 대여섯 개라 이름 없이도 찾습니다. 다음 달에 서른 개가 되면 못 찾습니다.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공통 요소 확장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기준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· 세 요소 만들고 2장에 적용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작업 — 만드는 것보다 적용하는 것이 오늘의 목표입니다.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규격 명세 이어 쓰기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80560" y="1810512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지난주 GNB 표에 헤더 · 리스트 · 카드를 이어서 적습니다. 값과 근거 두 칸을 함께 채웁니다.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헤더 만들기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480560" y="2779776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높이 44, 제목 17pt 1줄, 좌우 아이콘 24에 터치 영역 44, 하단 선 1px. 컴포넌트로 만들고 이름을 규칙대로 붙입니다.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리스트 행과 카드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80560" y="3749040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 높이 72, 썸네일 48, 여백 16, 간격 12. 카드는 패딩 16에 모서리 8. 둘 다 컴포넌트로.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2장에 적용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480560" y="4718304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지난주 컨펌 받은 두 장의 헤더 · 리스트 · 카드를 오늘 만든 인스턴스로 바꿉니다. 직접 그린 것이 남지 않게 합니다.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공통 요소 확장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기준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VERIFY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확인 — 조립이 되는가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1조로 서로의 파일에서 확인합니다.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5254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이렇게 확인합니다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60704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헤더 마스터에서 제목 색을 바꿔 두 장이 같이 바뀌는지 봅니다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리스트 행을 하나 늘렸을 때 간격이 그대로인지 봅니다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안 글자를 길게 바꿔 카드가 늘어나는지 봅니다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 목록이 이름 규칙대로 묶여 보이는지 봅니다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97016" y="1664208"/>
            <a:ext cx="5254600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7640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자주 나오는 문제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717640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7640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상단 안전 영역 47을 헤더 높이에 합쳐 91로 만든 경우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제목이 두 줄로 넘어가 헤더 44가 깨진 경우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카드에 오토레이아웃이 없어 글자가 길어지면 넘치는 경우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간격에 14 · 18 처럼 목록에 없는 값이 섞인 경우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54126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가지가 다 되면 오늘 것은 끝난 겁니다. 하나라도 안 되면 그 컴포넌트를 먼저 고치고 화면으로 갑니다.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공통 요소 확장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기준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SUBMIT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디자인 점검표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5주차부터 컬러와 글자 크기를 정해 토큰으로 묶습니다.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47853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394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394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헤더 · 리스트 · 카드가 규격 명세 표에 값과 근거로 적혀 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380488"/>
            <a:ext cx="5254600" cy="47853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4643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4643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380488"/>
            <a:ext cx="4267048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상단 안전 영역 47이 헤더 높이와 따로 잡혀 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005328"/>
            <a:ext cx="5254600" cy="47853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0891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0891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005328"/>
            <a:ext cx="4267048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헤더 제목이 한 줄로 고정되어 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630168"/>
            <a:ext cx="5254600" cy="47853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371398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7139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630168"/>
            <a:ext cx="4267048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리스트 행 높이와 썸네일 크기가 화면마다 같다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255008"/>
            <a:ext cx="5254600" cy="47853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43388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388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53312" y="4255008"/>
            <a:ext cx="4267048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카드에 오토레이아웃이 들어가 글자 길이에 따라 늘어난다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879848"/>
            <a:ext cx="5254600" cy="47853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49636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9636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53312" y="4879848"/>
            <a:ext cx="4267048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그림자 대신 선 1px을 썼다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1755648"/>
            <a:ext cx="5254600" cy="47853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18394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18394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1755648"/>
            <a:ext cx="4267048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간격이 4 · 8 · 12 · 16 · 24 · 32 안에서만 쓰였다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2380488"/>
            <a:ext cx="5254600" cy="47853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24643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24643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2380488"/>
            <a:ext cx="4267048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 이름이 영역 / 이름 / 상태 로 붙어 있다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97016" y="3005328"/>
            <a:ext cx="5254600" cy="47853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71336" y="30891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71336" y="30891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010248" y="3005328"/>
            <a:ext cx="4267048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지난주 Tab Item 도 같은 이름 규칙으로 바뀌어 있다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297016" y="3630168"/>
            <a:ext cx="5254600" cy="47853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71336" y="371398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71336" y="37139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010248" y="3630168"/>
            <a:ext cx="4267048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컨펌 받은 2장의 헤더 · 리스트 · 카드가 인스턴스로 교체되었다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297016" y="4255008"/>
            <a:ext cx="5254600" cy="47853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71336" y="43388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71336" y="43388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010248" y="4255008"/>
            <a:ext cx="4267048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 만든 2장이 오늘 만든 컴포넌트만으로 조립되었다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297016" y="4879848"/>
            <a:ext cx="5254600" cy="47853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71336" y="49636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71336" y="49636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010248" y="4879848"/>
            <a:ext cx="4267048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그린 헤더 · 리스트 · 카드가 한 개도 남아 있지 않다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40080" y="555955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" y="566928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10~12번이 이번 주의 실질입니다. 컴포넌트만 만들고 적용하지 않으면 다음 주에도 낱개 화면을 고치고 있게 됩니다.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공통 요소 확장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P.09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기준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5주차는 컬러와 글자 크기를 정해 토큰으로 묶습니다.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세 요소 규격 명세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헤더 · 리스트 · 카드를 항목 · 값 · 근거 세 칸으로 채웁니다. 지난주 GNB 명세서와 같은 표에 이어서 적으면 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컴포넌트 3종 제작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헤더 · 리스트 행 · 카드를 각각 컴포넌트로 만듭니다. 상태가 필요한 것은 배리언트로 함께 담습니다.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4041648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디자인 4장으로 확장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컨펌 받은 2장에 2장을 더해 네 장을 만듭니다. 새로 만든 2장은 오늘 만든 컴포넌트만으로 조립합니다.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011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5주차 수업 시작 전까지 · Figma 링크 제출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05주차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컬러와 글자 크기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지배색과 명도 단계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글자 크기 스케일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토큰으로 묶기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장에 한꺼번에 적용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요소 규격 명세 · 컴포넌트 3종 · 디자인 4장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공통 요소 확장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4주차 공통 요소 확장</dc:title>
  <dc:subject>원광대학교 2026-2 · 학부 3학년 · 주 3시간 × 15주 · 1학기 기획을 졸업 전시 패널 데이터로</dc:subject>
  <dc:creator>MIN.D</dc:creator>
  <cp:lastModifiedBy>MIN.D</cp:lastModifiedBy>
  <cp:revision>1</cp:revision>
  <dcterms:created xsi:type="dcterms:W3CDTF">2026-09-27T07:29:48Z</dcterms:created>
  <dcterms:modified xsi:type="dcterms:W3CDTF">2026-09-27T07:29:48Z</dcterms:modified>
</cp:coreProperties>
</file>