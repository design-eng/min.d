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2학기 서비스디자인 첫 시간입니다.
1학기에 여러분은 리서치를 하고, 화면을 기획하고, 컨셉을 정의하는 데까지 왔습니다. 이번 학기는 그걸 눈에 보이는 결과로 만드는 학기입니다.
최종 목적지는 졸업 전시회에 걸 패널 한 장이고, 정확히 말하면 출력소에 넘길 수 있는 인쇄 데이터까지가 이 학기의 과정입니다.
오늘은 여러분 각자가 1학기에 뭘 가지고 왔는지 서로 확인하는 자리입니다. 평가하는 자리가 아니니 편하게 시작하시면 됩니다.
[운영 메모]
1학기 산출물의 완성도 편차가 크다. 오늘은 그 편차를 드러내되 평가하지 않는 자리로 만든다. 발표의 목적은 '내가 무엇을 가지고 2학기를 시작하는가'를 본인과 동료가 함께 확인하는 것이다. 부족한 학생에게는 2주차까지 보완 범위를 개별로 정해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묻는 질문이 바뀝니다.
1학기에는 '무엇을 왜 만들 것인가'를 물었습니다. 이번 학기는 '이것을 어떻게 보이게 할 것인가'입니다.
결과물도 다릅니다. 리서치와 컨셉 문서에서, 완성된 화면과 디자인 시스템과 인쇄 데이터로 바뀝니다.
판단 기준도 바뀝니다. 1학기는 타당성과 설득력, 논증의 문제였습니다. 이번 학기는 일관성·완성도·규격 준수입니다. 재현 가능한 기준이라는 뜻이에요. 잘했는지 아닌지가 눈으로 확인됩니다.
그리고 끝나는 지점. 1학기는 뭘 만들지 정한 문서로 끝났고, 이번 학기는 출력소에 넘길 수 있는 파일로 끝납니다.
오른쪽 열을 다시 하려는 분이 매년 나옵니다. 오늘 발표를 듣고 나면 특히 그렇습니다. 뒤에서 다시 말씀드리겠습니다.
[운영 메모]
오른쪽을 다시 하려는 학생을 막는 표다. '1학기 결론을 흔들지 않는다'를 여기서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15주를 네 구간으로 나눴습니다.
2~3주는 기준입니다. 오늘 결과를 공유하고, 다음 주에 화면 기준 폭과 하단 GNB를 수치로 규격화합니다. 여기서 정한 값이 학기 내내 기준이 됩니다.
3~6주는 시스템입니다. 반복되는 것을 먼저 만듭니다. 컬러·타이포·간격 토큰과 컴포넌트요. 여기가 부실하면 화면 작업이 세 배 느려집니다.
7~11주는 화면입니다. 실제로 그립니다. 패널에 실릴 이미지가 이 구간에서 나옵니다.
12~15주는 패널입니다. 화면을 완전히 다른 형식으로 재편집합니다.
뒤로 갈수록 되돌릴 수 있는 폭이 줄어듭니다. 3주차 이후 세부 구성은 확정해서 공지하겠습니다.
[운영 메모]
구간 이름(기준·시스템·화면·패널)을 외우게 할 것. 매주 '지금 어느 구간인지'로 위치를 잡아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발표입니다. 한 사람 8분, 피드백 7분. 순서는 추첨으로 정하겠습니다.
시작 전에 하나만. 오늘 발표는 평가하지 않습니다. 점수 매기는 자리가 아니라 각자 어디서 출발하는지 확인하는 자리입니다.
그러니 잘된 것만 보여 주려 하지 마시고, 비어 있는 것도 그대로 꺼내 주세요.
[운영 메모]
타이머를 크게 띄운다. 오늘 발표는 평가하지 않는다고 시작 전에 명시할 것 — 그래야 비어 있는 부분을 솔직히 꺼낸다.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 순서로 말씀해 주세요.
처음 1분은 무엇을 만드는 서비스인지 한 문장. 그다음 1분 반은 누구의 어떤 문제에서 출발했는지. 2분 반부터는 컨셉과 그걸 고른 이유입니다.
4분부터 2분 반 동안 지금 있는 화면을 보여 주세요. 한 장씩 넘기지 마시고 전체를 펼쳐 놓고 한 번에 보여 주시면 됩니다. 그래야 '같은 서비스로 보이는지'가 드러납니다.
그리고 마지막 90초. 비어 있는 것과 이번 학기에 만들 것.
이 마지막 90초가 오늘 발표의 핵심입니다. 무엇이 없는지 말하지 않으면 이 발표는 의미가 없습니다.
듣는 분들은 오른쪽 네 가지를 보시면 됩니다. 화면들이 같은 서비스로 보이는지, 빠진 단계가 있는지, 패널에 실릴 만한 장면이 이미 있는지, 작업량이 현실적인지.
[운영 메모]
학생 대부분이 완성된 것만 보여 주려 한다. 비어 있는 것을 말한 학생을 그 자리에서 칭찬하면 분위기가 바뀐다.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기록지를 나눠 드렸습니다. 여덟 명분을 채우셔야 하고, 오늘 제출물 중 하나입니다.
1번과 2번을 못 적으셨다면 — 이 사람이 만드는 서비스와 문제를 한 줄로 적을 수 없었다면 — 그 사실 자체를 발표자에게 피드백으로 주세요. 가장 중요한 정보입니다.
그리고 6번, 7번을 꼭 채우세요. 그래야 남의 발표를 자기 일로 듣게 됩니다.
특히 7번, 내가 뒤처진 부분을 솔직하게 적으세요. 오늘 알면 따라잡을 시간이 14주 남았습니다.
[운영 메모]
기록지를 인쇄해 나눠 주면 피드백 7분의 침묵이 사라진다. 6~7번 때문에 남의 발표를 자기 일로 듣는다.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발표 다 들으셨습니다. 지금 대부분 자기 컨셉이 약해 보이실 겁니다. 매년 그렇습니다.
그런데 여기서 컨셉을 바꾸면 리서치 근거가 사라진 채로 화면만 남습니다. 그러면 패널 앞에서 '왜 이걸 만들었는지'에 답할 수 없게 됩니다.
컨셉의 범위를 좁히는 건 됩니다. 출발점을 갈아엎는 건 이번 학기에 불가능합니다.
1학기 결론은 흔들지 않습니다. 이번 학기에 바꿀 것은 '어떻게 보이는가'입니다.
[운영 메모]
총평 첫 슬라이드. 발표 직후 학생들이 가장 흔들려 있을 때 이 말을 들어야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발표를 들으면서 공통으로 보인 것들입니다. 대부분의 프로젝트가 같은 자리에서 걸려 있습니다.
하나, 화면마다 규격이 다릅니다. 같은 하단 바인데 높이가 화면마다 다르고 아이콘 크기도 제각각입니다.
둘, 같은 요소를 여러 번 그렸습니다. 복사해서 붙여넣기로 만들어서, 하나 고치면 나머지를 다 찾아 고쳐야 합니다.
셋, 색과 글자 크기가 그때그때 정해졌습니다. 규칙이 없어서 화면을 나란히 놓으면 다른 서비스처럼 보입니다.
넷, 정상 화면만 있습니다. 데이터가 없을 때나 오류가 났을 때의 화면이 없어요.
다섯, 패널을 염두에 둔 이미지가 없습니다. 화면 캡처는 있는데 3미터 밖에서 읽히는 큰 장면이 없습니다.
오른쪽에 몇 주차에 푸는지 적어 놨습니다. 1번과 2번은 다음 주에 함께 풉니다. 이 둘만 풀려도 작업 속도가 눈에 띄게 달라집니다.
[운영 메모]
이 표가 2학기 커리큘럼의 근거다. 학생이 '왜 이런 순서로 배우는지' 납득하게 만드는 슬라이드.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마지막으로 학기 운영입니다.
언제 뭐가 잠기는지 먼저 알고 시작하셔야 합니다.
[운영 메모]
20분 구간. 마감 세 개를 칠판에 적어 두고 학기 내내 지우지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조정이 불가능한 시점이 세 번 있습니다.
첫째, 3주차 작업 범위 확정. 만들 화면 목록이 여기서 잠깁니다. 이후에 화면을 늘리면 패널 마감을 못 맞춥니다. 줄이는 건 언제든 됩니다.
둘째, 11주차 화면 완성. 패널에 실릴 이미지가 이때 다 있어야 합니다. 12주차부터는 레이아웃 작업이라 화면 고칠 시간이 없습니다.
셋째, 14주차 인쇄 데이터 마감. 이건 출력 발주와 전시 설치 일정에 직결됩니다. 한 사람이 늦으면 학과 전시 전체가 밀립니다. 예외 없습니다.
세 시점 다 공통으로 — 완성도가 100%가 아니어도 반드시 제출하세요. 미완성 제출이 미제출보다 낫습니다.
[운영 메모]
세 번째의 마지막 문장을 14주차에 다시 말한다. 완벽주의로 제출을 미루는 학생이 매년 전시에 못 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평가는 세 축입니다.
과정은 매주 쌓입니다. 출석과 크리틱 참여, 주차별 제출물이요. 마지막에 몰아서 만들 수 없는 구조입니다.
중간 검증은 학기 중반에 디자인 시스템의 일관성과 화면 완성도를 봅니다. 방향을 조정할 수 있는 시점이기도 합니다.
결과물은 전시 패널입니다. 배점이 가장 큽니다.
구체적인 비율은 학과 기준이 확정되면 공지하겠습니다. 오늘은 이 세 축이 평가된다는 것만 기억하세요.
[운영 메모]
배점 숫자를 임의로 넣지 않았다. 학과 기준을 받으면 이 슬라이드와 각 주차 점검표를 함께 수정할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제출 세 가지, 다음 주까지 과제 세 가지입니다.
오늘 것은 발표, 듣는 사람 기록지, 그리고 패널 스토리라인 A4 한 장입니다.
과제는 작업 범위 확정서, 화면 실측표, Figma 파일 정리입니다.
여기서 6번 7번을 꼭 보세요. 화면 실측표 — 기준 폭, GNB 높이, 아이콘, 라벨 크기를 실제로 재서 적어 오시는 겁니다.
눈대중으로 적지 마세요. Figma에서 값을 클릭해서 확인하고 적으셔야 합니다.
그리고 화면마다 값이 다른 곳을 정리하지 말고 다른 그대로 적어 오세요. 정리해서 오시면 문제가 안 보입니다. 이게 다음 주 수업의 재료입니다.
[운영 메모]
마지막 문장이 중요하다. 눈대중으로 적어 오면 다음 주에 '문제가 없다'고 생각하게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과제는 세 가지입니다. 작업 범위 확정서 한 장, 화면 실측표, Figma 파일 정리. 2주차 수업 시작 전까지 올려 주세요.
다음 주에는 하단 GNB를 다룹니다. 모든 화면에 반복되는 그 바를 수치로 정의하고, 한 번 고치면 전부 바뀌는 컴포넌트로 만듭니다.
실측표가 없으면 실습을 시작할 수 없습니다. 꼭 재서 오세요. 노트북 필수입니다.
질문 있으신 분?
[운영 메모]
실측표가 3주차 수업의 재료다. 재보지 않고 오면 실습을 시작할 수 없다. '다른 그대로 적어 오라'는 말을 강조할 것 — 정리해서 오면 문제가 안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02</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02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2학기 시작 · 개인 발표</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1학기에 정의한 것을 꺼내 놓고,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이번 학기에 무엇을 만들지 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1학기 산출물 개인 발표 · 2학기 작업 범위 확정서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SHIFT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1학기와 2학기는 무엇이 다른가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묻는 질문이 바뀝니다. 도구도 평가 기준도 함께 바뀝니다.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2학기 — 디자이닝</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1학기 — 기획</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묻는 것</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이것을 어떻게 보이게 할 것인가</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묻는 것</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무엇을 왜 만들 것인가</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결과물</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완성된 화면 · 디자인 시스템 · 인쇄 데이터</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결과물</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리서치 · 컨셉 · 화면 기획</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판단 기준</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일관성 · 완성도 · 규격 준수 — 재현 가능한 기준</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판단 기준</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타당성 · 설득력 — 논증의 문제</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끝나는 지점</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출력소에 넘길 수 있는 파일</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끝나는 지점</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무엇을 만들지 정한 문서</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2학기 15주 — 네 구간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뒤로 갈수록 되돌릴 수 있는 폭이 줄어듭니다.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기준 · 2–3주</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공통 규격을 세운다</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1학기 결과 공유와 작업 범위 확정</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기준 폭 하나로 통일</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하단 GNB를 수치로 규격화</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여기서 정한 값이 학기 내내 기준이 됩니다</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시스템 · 4–6주</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반복되는 것을 먼저 만든다</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컬러 · 타이포 · 간격 토큰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컴포넌트 세트와 상태 정의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공통 레이아웃과 반응 규칙</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여기가 부실하면 화면 작업이 세 배 느려집니다</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화면 · 7–11주</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실제로 그린다</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핵심 화면 고충실도 완성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상태와 예외 화면</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프로토타입 연결과 점검</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패널에 실릴 이미지가 이 구간에서 나옵니다</a:t>
            </a:r>
            <a:endParaRPr lang="en-US" sz="1150" dirty="0"/>
          </a:p>
        </p:txBody>
      </p:sp>
      <p:sp>
        <p:nvSpPr>
          <p:cNvPr id="24" name="Shape 22"/>
          <p:cNvSpPr/>
          <p:nvPr/>
        </p:nvSpPr>
        <p:spPr>
          <a:xfrm>
            <a:off x="9070619" y="1700784"/>
            <a:ext cx="2480996" cy="3529584"/>
          </a:xfrm>
          <a:prstGeom prst="rect">
            <a:avLst/>
          </a:prstGeom>
          <a:solidFill>
            <a:srgbClr val="111111"/>
          </a:solidFill>
          <a:ln w="12700">
            <a:solidFill>
              <a:srgbClr val="111111"/>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패널 · 12–15주</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다른 형식으로 재편집한다</a:t>
            </a:r>
            <a:endParaRPr lang="en-US" sz="1000" dirty="0"/>
          </a:p>
        </p:txBody>
      </p:sp>
      <p:sp>
        <p:nvSpPr>
          <p:cNvPr id="27" name="Shape 25"/>
          <p:cNvSpPr/>
          <p:nvPr/>
        </p:nvSpPr>
        <p:spPr>
          <a:xfrm>
            <a:off x="9418091" y="2798064"/>
            <a:ext cx="1786052" cy="7315"/>
          </a:xfrm>
          <a:prstGeom prst="rect">
            <a:avLst/>
          </a:prstGeom>
          <a:solidFill>
            <a:srgbClr val="333333"/>
          </a:solidFill>
          <a:ln w="12700">
            <a:solidFill>
              <a:srgbClr val="333333"/>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B0 레이아웃 설계</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인쇄 데이터 제작 (CMYK · 300dpi · 도련)</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출력 발주와 최종 발표</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인쇄 마감은 예외가 없습니다</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4~15주차 세부 구성은 확정 후 공지합니다. 오늘은 구간과 마감 시점만 기억하세요.</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개인 발표</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1인 8분 발표 · 7분 피드백. 1학기에 무엇을 정했고 무엇이 비어 있는지 그대로 꺼냅니다.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발표 — 8분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잘 만든 것을 보여 주는 자리가 아니라, 어디서 출발하는지 확인하는 자리입니다.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말할 것 — 순서대로</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0:00–1:00 무엇을 만드는 서비스인가 한 문장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1:00–2:30 누구의 어떤 문제에서 출발했나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2:30–4:00 컨셉과 그것을 고른 이유</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4:00–6:30 지금 있는 화면 — 전체를 한 번에 보여 줍니다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6:30–8:00 비어 있는 것과 이번 학기에 만들 것</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듣는 사람이 볼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화면들이 같은 서비스로 보이는가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사이에 빠진 단계가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패널에 실릴 만한 장면이 이미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이번 학기 작업량이 현실적인가</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마지막 90초가 오늘 발표의 핵심입니다. '무엇이 없는지'를 말하지 않으면 이 발표는 의미가 없습니다.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LISTEN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듣는 사람 기록지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여덟 명분을 채웁니다. 오늘 제출물입니다.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이 사람이 만드는 서비스를 한 줄로 적을 수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화면들이 같은 시스템으로 보이는지 적었다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빠져 보이는 화면이나 단계를 하나 적었다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패널에 실릴 만한 장면을 하나 골라 적었다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이번 학기 작업량이 많아 보이는지 적었다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프로젝트에 가져오고 싶은 것을 하나 적었다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것과 비교해 내가 뒤처진 부분을 하나 적었다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질문을 최소 두 번 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7번을 솔직하게 적으세요. 오늘 알면 따라잡을 시간이 14주 남았습니다.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AFTER</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1학기 결론은 흔들지 않습니다.</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이번 학기에 바꿀 것은 '어떻게 보이는가'입니다.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발표를 듣고 나면 자기 컨셉이 약해 보입니다. 매년 그렇습니다. 그러나 지금 컨셉을 바꾸면 리서치 근거가 사라진 채로 화면만 남고, 패널에서 '왜 이걸 만들었는지' 답할 수 없게 됩니다. 컨셉의 범위를 좁히는 것은 되지만, 출발점을 갈아엎는 것은 이번 학기에 불가능합니다.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COMMON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1학기 결과물에서 반복해서 보이는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대부분의 프로젝트가 같은 자리에서 걸려 있습니다. 2학기 초반이 이것을 푸는 구간입니다.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화면마다 규격이 다르다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같은 하단 바인데 높이가 화면마다 다르고, 아이콘 크기도 제각각입니다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2주차</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같은 요소를 여러 번 그렸다</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복사·붙여넣기로 만들어 하나를 고치면 나머지를 다 찾아 고쳐야 합니다</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2–3주차</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색과 글자 크기가 그때그때 정해졌다</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규칙이 없어 화면을 나란히 놓으면 다른 서비스처럼 보입니다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3–4주차</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정상 화면만 있다</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데이터가 없을 때, 오류가 났을 때의 화면이 없어 완성도가 낮아 보입니다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7–11주차</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패널을 염두에 둔 이미지가 없다</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화면 캡처는 있는데 3m에서 읽히는 큰 장면이 없습니다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12–15주차</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1번과 2번을 다음 주에 함께 풉니다. 이 둘이 풀리면 나머지 작업 속도가 눈에 띄게 달라집니다.</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학기 운영</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언제 무엇이 잠기는지 먼저 알고 시작합니다.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DEADLINE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잠기는 시점 세 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세 번은 일정이 뒤에 붙어 있어 조정이 불가능합니다.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작업 범위 확정 · 3주차</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만들 화면 목록이 여기서 잠깁니다. 이후 화면을 늘리면 패널 마감을 맞출 수 없습니다. 줄이는 것은 언제든 가능합니다.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화면 완성 · 11주차</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패널에 실릴 이미지가 이 시점에 다 있어야 합니다. 12주차부터는 레이아웃 작업이고 화면을 고칠 시간이 없습니다.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인쇄 데이터 마감 · 14주차</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출력 발주와 전시 설치 일정에 직결됩니다. 한 사람이 늦으면 학과 전시 전체가 밀립니다. 예외 없습니다.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미완성 제출이 미제출보다 낫습니다. 세 시점 모두 완성도가 100%가 아니어도 반드시 제출하세요.</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GRADING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평가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학과 기준이 확정되면 이 슬라이드를 먼저 고칩니다.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과정</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매주 쌓이는 점수</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출석 · 크리틱 참여</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주차별 제출물 (2~11주 누적)</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결석과 미제출이 바로 드러납니다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마지막에 몰아서 만들 수 없는 구조입니다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중간 검증</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학기 중반</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시스템의 일관성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완성도와 상태 정의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방향을 조정할 수 있는 시점</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구체적 시점은 4~15주차 확정 시 공지</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결과물</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전시 패널</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패널의 정보 위계와 3m 가독성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인쇄 사양 준수 (CMYK · 300dpi · 도련)</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최종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배점이 가장 큰 항목입니다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배점 비율은 학과 기준 확정 후 공지합니다. 확정 전까지는 위 세 축이 평가된다는 것만 기억하세요.</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제출물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실측표가 다음 주 수업의 재료입니다. 재보지 않으면 실습을 시작할 수 없습니다.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발표를 마쳤고 8분을 지켰다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'비어 있는 것'을 발표에서 말했다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듣는 사람 기록지 8명분을 채워 제출했다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작업 범위 확정서에 만들 화면 목록이 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그중 패널에 실을 화면을 표시했다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실측표에 기준 폭 · GNB 높이 · 아이콘 · 라벨 크기를 적었다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화면마다 값이 다른 곳을 그대로 적었다 (정리하지 않았다)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Figma 파일을 2학기용으로 복제하고 페이지를 나눴다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실측할 때 눈대중으로 적지 마세요. Figma에서 실제 값을 클릭해 확인하고 적습니다.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3주차부터 실제 디자인 작업이 시작됩니다.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2학기 작업 범위 확정서 1장</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만들 화면 목록, 그중 패널에 실을 화면, 아직 비어 있는 화면을 표로. 오늘 받은 피드백을 반영해 다시 정리합니다.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화면 실측표</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1학기 화면의 기준 폭 · 하단 GNB 높이 · 아이콘 크기 · 라벨 크기를 실제로 재서 적습니다. 재보면 화면마다 다를 것입니다. 다른 그대로 적어 오세요.</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Figma 파일 정리</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1학기 파일을 2학기용으로 복제하고 페이지를 나눕니다 — 01 화면 / 02 컴포넌트 / 03 패널. 링크를 제출하세요.</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3주차 수업 시작 전까지 · 클래스룸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03주차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하단 GNB · 수치로 짓는 컴포넌트</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기준 화면 폭 확정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터치 타깃에서 시작하는 수치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GNB 규격 명세</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Figma 컴포넌트와 인스턴스</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화면 실측표 · Figma 파일 링크 · 노트북</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2학기 시작 · 개인 발표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2주차 2학기 시작 · 개인 발표</dc:title>
  <dc:subject>원광대학교 2026-2 · 학부 3학년 · 주 3시간 × 15주 · 1학기 기획을 졸업 전시 패널 데이터로</dc:subject>
  <dc:creator>MIN.D</dc:creator>
  <cp:lastModifiedBy>MIN.D</cp:lastModifiedBy>
  <cp:revision>1</cp:revision>
  <dcterms:created xsi:type="dcterms:W3CDTF">2026-10-06T13:04:11Z</dcterms:created>
  <dcterms:modified xsi:type="dcterms:W3CDTF">2026-10-06T13:04:11Z</dcterms:modified>
</cp:coreProperties>
</file>