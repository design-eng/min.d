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정리표와 목차를 내 주셨습니다. 찾아오신 것 자체가 지난 회차보다 큰 진전입니다.
목차부터 한마디 하겠습니다. 옮겨 적으신 분은 아시겠지만, 남의 논문 목차를 베껴 놓고 보면 내 논문에 뭐가 없는지가 바로 보입니다. 그 자리를 비워 두시면 됩니다. 지금 채울 필요 없어요. 비어 있다는 걸 아는 게 먼저입니다.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옮겨 적은 목차 아래에 내 논문의 절을 한 줄씩 단다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2026-10-06T11:27:39Z</dcterms:created>
  <dcterms:modified xsi:type="dcterms:W3CDTF">2026-10-06T11:27:39Z</dcterms:modified>
</cp:coreProperties>
</file>