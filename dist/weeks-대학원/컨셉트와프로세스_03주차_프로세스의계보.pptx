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 시간입니다.
1회차에 '컨셉'이라는 말이 몇 자리에서 다르게 쓰이는지 갈라 놓았고, 지난 회차에는 남의 연구를 찾아 지도를 그리는 법을 봤습니다. 오늘은 그 지도의 밑그림에 해당하는 이야기입니다.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10분, 지난 과제를 보겠습니다.
다섯 편 정리표를 내 주셨습니다. 찾아오신 것 자체가 지난 회차보다 큰 진전입니다.
다만 한 가지를 짚고 가야겠습니다. 방법 칸이 대체로 한 줄입니다. '설문조사', '사례 분석' 이런 식이에요.
지난 회차에 말씀드린 다섯 가지를 다시 보시면 좋겠습니다. 왼쪽입니다.
무엇을 자료로 삼았는가, 어떻게 모았는가, 본 조사 전에 무엇을 해 봤는가, 무엇을 기준으로 판단했는가, 무엇이 안 됐다고 적었는가.
세 번째를 한 번 더 말씀드리겠습니다. 예비조사요.
여러분이 앞으로 하실 일이 이겁니다. 인터뷰를 스무 명 한다고 쓰셨다면, 그 전에 두세 명을 먼저 해 보셔야 합니다. 질문이 통하는지 보려고요. 그러고 나서 질문지를 고치는 겁니다.
그걸 처음부터 혼자 설계하실 필요가 없어요. 비슷한 연구를 한 사람이 이미 해 봤고, 좋은 논문에는 그 과정이 적혀 있습니다.
그래서 논문을 읽을 때 결론만 보지 마시고 그 사람이 어떤 길을 걸었는지를 보십시오. 결론은 그 사람 것이지만 길은 내가 쓸 수 있습니다.
오른쪽은 다음 2주 동안 하실 일입니다. 다섯 편 중 두 편만 골라서 방법 절을 다시 읽고 다섯 가지를 채워 오세요. 전부 다 하실 필요 없습니다.
자, 이제 오늘 이야기로 넘어가겠습니다.
[운영 메모]
교수님 지시로 넣은 장표다(2026-10-02). 2회차에서 METHOD 장표로 다뤘으나 과제에 반영되지 않았을 것을 전제로 10분을 쓴다. 과제가 잘 되어 있으면 왼쪽만 빠르게 확인하고 넘어갈 것.
질책이 아니라 '다음 단계'로 다룰 것 — 예비조사를 남의 논문에서 가져올 수 있다는 점이 이 장표의 실익이다.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과제를 구체적으로 말씀드리겠습니다.
읽을 것은 두 편입니다.
하나는 리텔과 웨버가 1973년에 쓴 「계획의 일반이론에서의 딜레마」입니다. Policy Sciences 4권 2호, 155쪽부터 169쪽. 열다섯 쪽입니다. 이게 필수예요.
다른 하나는 뷰캐넌이 1992년에 쓴 「디자인 씽킹에서의 난제」입니다. Design Issues 8권 2호, 5쪽부터 21쪽. 앞의 글을 디자인 쪽으로 옮겨 온 논문이에요. 둘 다 못 읽으시면 앞의 것만 읽고 오세요. 뒤의 것은 세션에서 함께 보겠습니다.
둘 다 도서관 전자저널에서 받으실 수 있습니다. 접근이 안 되는 분은 오늘 수업 끝나고 알려 주세요.
쓸 것은 A4 한 장입니다. 네 칸을 채우시면 됩니다.
첫째, 저자가 무엇에 반대하고 있는가. 한 문단.
둘째, 내가 동의하지 않는 지점. 한 문단이요. 이게 없으면 그냥 읽은 겁니다.
셋째, 이 텍스트가 내 연구에 무엇을 요구하는가. 방법을 바꾸라는 건지, 개념을 다시 정의하라는 건지, 내 연구의 위치를 옮기라는 건지. 셋 중 어디인지 밝혀 주세요.
넷째, 세션에 가져올 질문 하나.
네 칸이 채워지면 A4 한 장이 됩니다. 요약은 받지 않습니다.
제출은 공유 폴더에 올려 주시고, 파일 이름은 이름 밑줄 리딩노트02 로 해 주세요.
[운영 메모]
리딩팩 배포 경로가 1회차부터 미정이다. 도서관 전자저널 접근 범위를 확인해 오늘 안에 정할 것. 제출 폴더도 오늘 링크를 공유해야 과제가 굴러간다. 3회차 날짜가 정해지면 '48시간 전'이 언제인지 칠판이나 채팅에 적어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리딩 노트는 방금 보신 네 칸입니다. 읽을 것 두 편, 쓸 것 A4 한 장. 공유 폴더에 올려 주세요.
계보도 개인본은 어렵지 않습니다. 오늘 함께 그린 판을 내려받아서 자기 연구 자리에 점 찍고 이유 한 줄 쓰시면 됩니다. 잘 그릴 필요 없습니다. 어디에 서 있는지를 정하는 게 목적입니다. 이미지든 PDF 든 한 장이면 돼요.
발제자는 세션 48시간 전까지 올려 주셔야 합니다. 다른 분들이 읽고 와야 토론이 되니까요.
다음 회차 날짜를 지금 정하겠습니다. 정해지면 48시간 전이 언제인지도 같이 적어 두세요.
다음은 Wicked Problems 입니다. 오늘 본 방법론 운동이 왜 무너졌는지를 가장 정확하게 설명한 글이기도 합니다. 오늘 이야기의 뒷면이라고 보시면 됩니다.
2주 간격이라 미루기 쉽습니다. 이번 주 안에 읽고 써 두세요.
[운영 메모]
격주로 바뀐 뒤 첫 과제다. 2주가 있으니 미루다가 전날 쓰는 패턴이 굳는다. '이번 주 안에'를 반드시 말할 것. 세 가지가 오늘 안에 정해져야 과제가 굴러간다 — 3회차 날짜, 제출 폴더 링크, 리딩 입수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REVIEW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지난 과제 — 정리표를 보는 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찾아오신 것은 진전입니다. 다만 방법 칸이 대체로 한 줄입니다.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칸에 들어갈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몇 명, 어떤 사람, 어떻게 골랐는가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몇 분씩 몇 회를 어디서. 실험이면 조건과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예비조사 — 본 조사 전에 무엇을 해 보고 무엇을 고쳤는가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분석 틀 · 코딩 기준 · 측정 지표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한계 — 본인이 못 했다고 적어 둔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다음 2주에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편 중 두 편을 골라 방법 절을 다시 읽는다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두 편의 방법 칸을 다섯 가지로 채운다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셋째 칸이 적힌 논문이 있으면 표시해 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예비조사를 그 논문의 방식으로 한 줄 적어 본다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결론은 그 사람의 것이지만 과정은 내가 쓸 수 있습니다. 예비조사를 처음부터 혼자 설계할 필요가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회차에 안내한 대로입니다. 오늘은 계보 구간의 두 번째입니다.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선행연구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무너진 것은 '절차를 정하면 답이 나온다'는 믿음입니다. 절차를 적어 두려던 노력 자체는 남았습니다.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ASSIGNMENT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이번 과제 — 읽을 것과 쓸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읽고 무엇을 써 오는지 여기서 확정합니다.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Rittel &amp; Webber (1973) 「Dilemmas in a General Theory of Planning」 — Policy Sciences 4(2), 155–169. 필수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Buchanan (1992) 「Wicked Problems in Design Thinking」 — Design Issues 8(2), 5–21. 함께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도서관 전자저널에서 받습니다. 접근이 안 되면 오늘 수업 끝나고 알려 주세요</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다 어려우면 앞의 것만. 뒤의 것은 세션에서 함께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쓸 것 — A4 한 장, 네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저자가 무엇에 반대하고 있는가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내가 동의하지 않는 지점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요구하는 것 — 방법 · 개념 · 위치 중 어디인지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세션에 가져올 질문 하나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요약은 받지 않습니다. 제출은 공유 폴더에 · 파일 이름은 이름_리딩노트02.</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필수, Buchanan (1992) 함께. A4 1매에 네 칸을 채웁니다. 공유 폴더에 올리고 파일 이름은 이름_리딩노트02.</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판을 내려받아 자기 연구 자리에 점을 찍고 이유를 한 줄 씁니다. 이미지나 PDF 한 장이면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4회차 발제자 — 발제문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A4 3매 내외. 논점 추출 · 비판적 재구성 · 내 연구로 가져오기 세 부분. 세션 48시간 전까지 공유 폴더에 올립니다.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4회차 세션 전까지 · 공유 폴더 업로드 (발제문은 48시간 전)</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3주차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2026-10-06T11:49:33Z</dcterms:created>
  <dcterms:modified xsi:type="dcterms:W3CDTF">2026-10-06T11:49:33Z</dcterms:modified>
</cp:coreProperties>
</file>