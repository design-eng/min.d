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정리표를 내 주셨습니다. 찾아오신 것 자체가 지난 회차보다 큰 진전입니다.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무너진 것은 '절차를 정하면 답이 나온다'는 믿음입니다. 절차를 적어 두려던 노력 자체는 남았습니다.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판은 수업 후 공유 문서로 남깁니다. 과제는 이 판을 각자 다시 그려 오는 것입니다.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2026-10-06T12:08:02Z</dcterms:created>
  <dcterms:modified xsi:type="dcterms:W3CDTF">2026-10-06T12:08:02Z</dcterms:modified>
</cp:coreProperties>
</file>