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지난 회차에 '컨셉'이라는 말이 몇 자리에서 다르게 쓰이는지 갈라 놓았습니다. 오늘은 옆자리 단어인 '프로세스'로 갑니다.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공유.
계보도 개인본은 어렵지 않습니다. 오늘 함께 그린 그림 위에 자기 연구가 어디 서 있는지 선 하나 긋고 이유 한 줄 쓰시면 됩니다. 잘 그릴 필요 없습니다. 어디에 서 있는지를 정하는 게 목적입니다.
다음은 Wicked Problems 입니다. Rittel 과 Webber 가 1973년에 쓴 글인데, 오늘 본 방법론 운동이 왜 무너졌는지를 가장 정확하게 설명한 글이기도 합니다. 오늘 이야기의 뒷면이라고 보시면 됩니다.
다음 회차는 2주 뒤입니다. 격주라 간격이 있으니 리딩 노트를 미루지 마시고 이번 주 안에 써 두세요.
[운영 메모]
격주로 바뀐 뒤 첫 과제다. 2주가 있으니 미루다가 전날 쓰는 패턴이 굳는다. '이번 주 안에'를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격주로 바뀌면서 열다섯 주가 여덟 번이 되었습니다. 네 구간은 그대로 두고 밀도를 올렸습니다.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리서치 패러다임 정위는 4회로</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4–5회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패러다임 정위 · 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Abduction 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6–7회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더블 다이아몬드 비판 · 참여디자인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스페큘러티브 · 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네 주제를 두 번에 담습니다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분량이 가장 많은 구간</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8회 — 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 2회차의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에 대해 A4 1매. 이번에도 요약이 아니라 '이 텍스트가 내 연구에 무엇을 요구하는가' 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함께 그린 계보도 위에 자기 연구가 어디에 서 있는지 표시해 옵니다. 선 하나와 이유 한 줄이면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발제자 — 발제문 공유</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3회차 발제자는 세션 48시간 전까지 A4 3매 내외로 공유합니다. 논점 추출 · 비판적 재구성 · 내 연구로 가져오기 세 부분입니다.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48시간 전 · 발제자는 발제문 공유</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2026-09-29T11:44:54Z</dcterms:created>
  <dcterms:modified xsi:type="dcterms:W3CDTF">2026-09-29T11:44:54Z</dcterms:modified>
</cp:coreProperties>
</file>