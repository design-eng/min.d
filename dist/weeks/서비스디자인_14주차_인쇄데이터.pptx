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강의 주차가 아니라 마감 주차다. 시간표 마지막 20분에 실제로 파일을 받고 발주까지 끝낸다. '집에 가서 마무리해서 밤에 보내겠다'를 허용하면 매년 절반이 다음 날까지 밀린다. 수업 종료 = 마감임을 첫 15분에 명확히 못 박을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순회 지도의 우선순위는 ① 해상도 부족 이미지 ② CMYK 미변환 ③ 도련 누락 순이다. 이 셋만 잡으면 출력 사고는 거의 없다. 노트북을 안 가져온 학생이 없도록 전 주에 두 번 공지할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번째를 첫 15분에 반복해 말한다. 마감 인식이 없으면 오늘 수업이 작업 시간으로 흐른다.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35분 구간. 이론보다 학생 파일 하나를 열어 실제로 변환해 보이는 시연이 훨씬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학과 지정 출력소가 있으면 사양을 미리 받아 이 슬라이드에 넣어 둘 것. 매 학기 확인이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'100% 배율에서 보기'는 학생이 혼자 쓸 수 있는 가장 간단한 검사법이다. 실습 중 반복해서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4단계의 '내보낸 파일을 다시 열어 확인'을 반드시 시킬 것. 내보내기 과정에서 폰트나 이미지가 깨지는 경우가 실제로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구간. 크리틱이 아니라 검수에 가깝다. 감상이 아니라 체크리스트로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역할을 나눠 주지 않으면 세 사람이 다 같은 것만 본다. 거리별로 지정하는 것이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체크리스트를 인쇄해 제출 시 함께 받는다. 서명하게 하면 누락이 눈에 띄게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중요하다. 완벽주의로 제출을 미루는 학생이 매년 있고, 그 학생이 전시에 못 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아카이브를 '파일 모음'으로 이해하는 학생이 많다. 구간별 설명 문단이 있어야 다음 학기 취업 지원에 그대로 쓸 수 있다고 말해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  ·  PHASE 4 전달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제작 &amp; 인쇄 데이터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출력소에 넘길 수 있는 파일을 만듭니다.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마감이며 예외는 없습니다.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제작과 검수 70% — 수업 종료 시점이 곧 마감입니다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 (마감) · 출력 발주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제작과 검수 70% — 수업 종료 시점이 곧 마감입니다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절차 안내 · 제출 방법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인쇄 사양 (CMYK · 해상도 · 도련)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00:50–01:35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사양 적용과 이미지 교체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01:35–01:45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01:45–02:10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최종 크리틱 기준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02:10–02:40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크리틱 — 조별 상호 검수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데이터 제출 · 출력 발주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인쇄용 색 공간을 이해하고 변환할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RGB와 인쇄의 CMYK — 무엇이 빠지는지 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실치수 기준 해상도를 계산할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B0에서 300dpi가 몇 픽셀인지 직접 계산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도련과 재단 여백을 넣을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잘려 나갈 것을 미리 계산해 넣는다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출력 발주까지 마친다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수업이 끝나는 시점이 마감입니다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인쇄는 되돌릴 수 없다. 화면에서 확인할 수 있는 것을 전부 확인하고 넘긴다.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인쇄 사양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세 가지만 지키면 사고가 나지 않습니다 — 색 공간, 해상도, 도련.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가지 사양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출력소에서 되돌아오는 이유의 대부분이 이 셋입니다.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CMYK 변환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화면은 RGB, 인쇄는 CMYK입니다. 형광에 가까운 파랑 · 초록 · 주황은 인쇄에서 반드시 탁해집니다. 변환 후 색이 어떻게 바뀌는지 눈으로 확인하고, 강조색이 죽으면 다시 조정하세요.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300dpi 실치수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B0 900×1200mm를 300dpi로 하면 약 10630×14170px입니다. 이미지가 배치 크기에서 300dpi가 되는지 개별로 확인합니다. 화면 캡처를 확대해 넣으면 반드시 깨집니다.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도련 3mm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 오차를 감안해 가장자리까지 닿는 요소는 3mm 더 크게 만듭니다. 반대로 중요한 내용은 재단선에서 5mm 이상 안쪽에 둡니다.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출력소 사양이 다를 수 있습니다. 발주 전에 도련 · 색 프로파일 · 파일 형식을 반드시 확인하세요.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이미지 — 가장 많이 사고 나는 곳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화면을 패널에 넣을 때 반드시 거치는 절차입니다.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내보냅니다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Figma에서 3x 또는 4x 배율로 PNG 내보내기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배치 크기를 먼저 정하고 필요한 픽셀을 역산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— 200mm 폭에 300dpi면 약 2360px 필요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벡터로 쓸 수 있는 도식은 SVG나 PDF로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이런 것은 다시 만듭니다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스크린샷 · 화면 캡처를 확대한 것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웹에서 저장한 이미지 (대부분 72dpi)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사진을 크게 키운 것 — 원본을 다시 찾으세요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현장 사진은 원본 해상도로 받아 두세요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확인법 — 패널을 100% 배율로 열고 이미지 부분을 봅니다. 화면에서 흐릿하면 인쇄에서는 더 흐립니다.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사양 적용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순서대로 합니다. 순서를 바꾸면 두 번 일합니다.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이미지 교체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해상도 점검표에서 미달로 표시한 것을 전부 다시 내보내 교체합니다. 가장 오래 걸리므로 먼저 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텍스트 최종 확인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 · 더미 텍스트 · 깨진 글자를 찾습니다. 소리 내어 읽으면 눈으로 볼 때보다 훨씬 잘 잡힙니다.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색 변환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CMYK로 변환하고 강조색이 어떻게 바뀌는지 확인합니다. 탁해졌으면 명도나 채도를 조정합니다.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도련과 내보내기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도련 3mm를 넣고 PDF로 내보냅니다. 내보낸 PDF를 다시 열어 100% 배율로 전체를 훑습니다.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크리틱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인쇄 버튼을 누르기 전 마지막 눈입니다. 자기 눈으로는 오탈자를 못 찾습니다.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상호 검수 — 세 사람이 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3인 1조로 서로의 PDF를 엽니다. 1인당 8분.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3m에서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사람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전체 보기로 두고 뒤로 물러나 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제목이 읽히는가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만든 프로젝트인지 알겠는가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눈에 들어오는 것이 의도한 것인가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1m에서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사람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순서가 자연스럽게 읽히는가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캡션이 다 붙어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덩어리가 3~5개로 보이는가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여백이 고르게 분포되어 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50cm에서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번째 사람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 — 소리 내어 읽습니다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이미지가 흐리지 않은가 (100% 배율)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정렬이 어긋난 곳이 없는가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100mm에 중요한 내용이 있지 않은가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오탈자는 반드시 남이 찾습니다. 자기 글은 뇌가 자동으로 고쳐 읽기 때문에 스스로는 못 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인쇄 데이터 최종 점검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열여섯 칸을 다 채운 사람만 제출합니다.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8879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87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98448" y="175564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크기가 900×1200mm이다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2427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25742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2574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98448" y="222427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도련 3mm가 들어가 있다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69290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72605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260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98448" y="269290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재단선 5mm 안쪽에 중요한 내용이 없다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16153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19468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1946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98448" y="316153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100mm에 핵심 정보가 없다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63016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66331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6633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98448" y="363016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공간이 CMYK이다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09879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13194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319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98448" y="409879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 후 강조색을 눈으로 확인했다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56742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60057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600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98448" y="456742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이미지가 배치 크기에서 300dpi 이상이다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03605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06920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0692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298448" y="503605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캡처를 확대해 넣은 이미지가 없다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97016" y="175564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71336" y="178879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1336" y="17887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55384" y="175564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더미 텍스트가 한 곳도 없다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97016" y="222427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71336" y="225742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1336" y="22574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55384" y="222427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사람이 소리 내어 읽으며 오탈자를 확인했다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97016" y="269290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71336" y="272605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71336" y="27260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55384" y="269290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캡션이 전부 붙어 있다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97016" y="316153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71336" y="319468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71336" y="31946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955384" y="316153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폰트가 깨지지 않고 PDF에 포함되었다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97016" y="363016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71336" y="366331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71336" y="36633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55384" y="363016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내보낸 PDF를 다시 열어 100% 배율로 훑었다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297016" y="409879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71336" y="413194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71336" y="41319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955384" y="409879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검수 · 1m 검수 · 50cm 검수를 각각 다른 사람이 했다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297016" y="456742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71336" y="460057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71336" y="4600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955384" y="456742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이름이 '학번_이름_최종패널.pdf' 형식이다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297016" y="503605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71336" y="506920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71336" y="50692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55384" y="503605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발주를 완료했다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40080" y="555955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566928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마감은 오늘 수업 종료 시점입니다. 이후 제출은 감점되며 출력 일정상 전시에 걸리지 않을 수 있습니다.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DEADLINE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인쇄 마감에 예외를 두지 않는 이유는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출력과 전시 일정이 뒤에 붙어 있기 때문입니다.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사람이 하루 늦으면 출력소 일정이 밀리고, 전시 설치 전에 패널이 도착하지 않습니다. 여러분의 학점 문제가 아니라 학과 전시 전체의 문제가 됩니다. 오늘 완성도가 100%가 아니어도 제출하세요. 미완성 제출이 미제출보다 낫습니다.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15주차는 실물 패널 앞에서 최종 발표를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발표 준비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앞에서 7분. 패널을 읽지 말고 패널이 말하지 못하는 것을 말합니다. 판단의 이유와 남은 과제 중심으로 구성하세요.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포트폴리오 아카이브 PDF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1~14주 산출물을 한 파일로 정리합니다. 리서치 · 정의 · 개발 · 전달 네 구간으로 나누고, 각 구간 앞에 한 문단씩 설명을 붙이세요.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전시 시뮬레이션 1회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출력물이 나오면 실제로 벽에 세워 두고 3m 밖에서 봅니다. 사진을 찍어 아카이브에 넣으세요.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14주차 수업 종료 시점 · 예외 없음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발표 &amp; 아카이빙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기반 최종 발표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시뮬레이션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정리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25% 반영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출력된 실물 패널 · 발표 준비 · 아카이브 PDF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14주차 패널 제작 &amp; 인쇄 데이터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