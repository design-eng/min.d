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완성한 화면이 그대로 전시 패널의 이미지가 된다. '나중에 다듬겠다'는 학생에게 13주차에는 레이아웃만 하고 화면을 고칠 시간이 없다는 것을 초반에 말해 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작업 시간이 길어 학생이 흩어지기 쉽다. 45분 실습을 15분 단위로 끊어 '지금 몇 화면째인지' 손들어 확인하면 속도가 유지된다. 2차 크리틱 25분은 반드시 확보한다.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문장이 오늘 크리틱의 기준이 된다. 모든 것을 강조한 화면을 가져오는 학생에게 이 문장으로 답할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30분 구간. 학생 화면 하나를 흑백으로 바꿔 보여 주면 위계가 있는지 즉시 드러난다.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흑백 테스트는 학생이 혼자서도 쓸 수 있는 최고의 자가 점검법이다. Figma에서 채도 0 필터로 즉시 확인시킬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오토 레이아웃을 처음 쓰는 학생에게는 실습 1 도입부에 5분만 따로 시연해 주면 이후 속도가 크게 달라진다.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2단계에서 '새 요소를 시스템에 먼저 추가한다'는 규칙을 지키게 할 것. 안 지키면 10주차 시스템이 무용지물이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20분 구간. 이론보다 측정 실습이 낫다. Figma 대비 검사 플러그인을 함께 켜고 진행할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문장이 전시에서 실제로 지적받는 부분이다. 아이콘이나 테두리를 함께 쓰게 지도할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3단계가 시스템을 쓰는 이유를 학생이 체감하는 순간이다. 토큰 하나를 바꿔 전 화면이 바뀌는 것을 직접 보여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5초 테스트는 준비물이 없고 효과가 크다. 12주차 사용성 테스트의 예행연습 역할도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 상태 누락이 12주차 테스트 실패의 1순위 원인이다. 과제 공지에도 같은 문장을 넣을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테스트 시나리오에 화면 이름이나 버튼 이름을 넣어 오는 학생이 대부분이다. '결제 화면에서 결제 버튼을 누르세요'는 테스트가 아니라 안내라고 예시로 짚어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11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  ·  PHASE 3 개발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화면 디자인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시스템을 써서 주요 화면을 완성합니다.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패널에 실릴 이미지가 오늘 만들어집니다.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25% · 실습과 크리틱 75% — 오늘은 작업 시간이 가장 깁니다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화면 8~12개 · 2차 크리틱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25% · 실습과 크리틱 75% — 오늘은 작업 시간이 가장 깁니다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빈칸 채우기 — 10주차 미완성분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00:15–00:45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시각 위계와 정렬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00:45–01:30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 — 핵심 화면 4개 고충실도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5615" y="2905179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01:30–01:40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01:40–02:00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접근성 대비 점검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실습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02:00–02:35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2 — 나머지 화면과 대비 수정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 + 순회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02:35–03:00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2차 크리틱 — 조별 화면 리뷰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11주차 화면 디자인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끝나면 여러분은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화면 안에서 위계를 만들 수 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먼저 보게 할지 크기 · 색 · 위치로 정한다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6700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정렬과 간격을 규칙대로 쓸 수 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2980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눈대중이 아니라 10주차에 정한 값으로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6210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명도 대비를 측정하고 고칠 수 있다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39319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조명 아래에서도 읽히는 화면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4572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남의 눈으로 자기 화면을 볼 수 있다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88720" y="48828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2차 크리틱 — 5초 안에 무엇이 보이는가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한 문장 — 위계는 요소를 키우는 게 아니라 나머지를 줄여서 만든다.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11주차 화면 디자인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시각 위계와 정렬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같은 요소로도 무엇을 먼저 보게 할지는 정할 수 있습니다.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HIERARCHY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위계를 만드는 네 가지 수단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가지를 동시에 다 쓰면 위계가 아니라 혼란이 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강하고 가장 먼저 쓰는 수단입니다. 타이포 스케일에서 두 단계 이상 차이가 나야 위계로 읽힙니다. 한 단계 차이는 실수처럼 보입니다.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59404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3452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명도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크기여도 진한 것이 먼저 보입니다. 보조 정보를 연하게 만드는 것이 강조를 키우는 것보다 안전합니다.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8728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277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여백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주위를 비우면 저절로 커 보입니다. 가장 세련된 강조 방법이고, 패널에서 특히 강하게 작동합니다.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98051" y="1737360"/>
            <a:ext cx="2453564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2099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색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강조색 하나만. 화면당 강조색 요소는 한두 개입니다. 세 개가 넘으면 아무것도 강조되지 않습니다.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자기 화면을 흑백으로 만들어 보세요. 흑백에서 위계가 보이면 진짜 위계이고, 색을 빼서 사라지면 색에만 기댄 것입니다.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11주차 화면 디자인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ALIGN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정렬 — 눈대중을 그만둡니다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10주차에 정한 간격 값을 실제로 쓰는 주차입니다.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5254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지킬 것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60704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세로 기준선을 하나로 — 왼쪽 여백이 화면마다 같아야 합니다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간격은 8의 배수만 — 10 · 12 · 14가 섞이면 정렬이 무너집니다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있는 것은 가깝게, 없는 것은 멀게 — 거리가 관계를 말합니다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 사이 간격 &gt; 그룹 안 간격 — 이 관계가 깨지면 묶음이 안 읽힙니다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7016" y="1664208"/>
            <a:ext cx="525460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7640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확인법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17640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7640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Figma에서 요소를 다중 선택해 간격 값을 실제로 봅니다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두 개를 나란히 놓고 왼쪽 여백이 같은지 봅니다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눈을 가늘게 뜨고 봅니다 — 덩어리가 몇 개로 보이는지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덩어리가 5개를 넘으면 묶음을 다시 만듭니다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4126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오토 레이아웃을 쓰면 간격이 강제됩니다. 아직 안 쓴다면 오늘 핵심 화면 4개에만이라도 적용해 보세요.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11주차 화면 디자인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실습 1 · 핵심 화면 4개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45분 · 개인 — 9주차에 표시한 '패널에 실릴 화면'부터 만듭니다.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순서 정하기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8~12개 중 패널에 실릴 4개를 먼저 정합니다. 시간이 모자라도 이 4개는 반드시 완성합니다.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32분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화면당 8분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컴포넌트를 배치하고 실제 텍스트를 넣습니다. 새 요소를 그리고 싶으면 컴포넌트로 만들어 시스템에 추가한 뒤 씁니다.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흑백 확인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4개를 흑백으로 놓고 봅니다. 무엇이 먼저 보이는지 스스로 확인하고, 의도와 다르면 크기와 명도를 고칩니다.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빈 상태 확인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화면들에 데이터가 없을 때가 있는지 확인합니다. 있으면 빈 상태를 12주차 전까지 만들어야 합니다.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11주차 화면 디자인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접근성 — 읽히지 않으면 없는 것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전시장 조명과 인쇄 환경은 여러분의 모니터보다 훨씬 불리합니다.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CONTRAST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명도 대비 기준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WCAG 기준을 이번 학기 최소선으로 씁니다.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본문 · 작은 글씨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4.5:1 이상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16px 이하의 모든 텍스트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회색 본문이 가장 많이 걸립니다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연한 회색 위 연한 회색 조합을 확인하세요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미달이면 명도 단계를 한 칸 진하게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큰 글씨 · 제목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3:1 이상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24px 이상 또는 18px 이상 굵은 글씨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기준이 낮지만 그래도 측정합니다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제목은 훨씬 높아야 안전합니다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 거리에서는 대비가 더 필요합니다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버튼 · UI 요소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3:1 이상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배경과 주변 배경의 대비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필드 테두리, 아이콘도 포함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비활성 상태는 예외지만 너무 연하면 안 보입니다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상태는 색만이 아니라 형태로도 구분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색만으로 상태를 구분하지 마세요. 선택 · 오류 · 성공을 색으로만 표시하면 색각 이상 관람자에게 전달되지 않습니다.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11주차 화면 디자인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실습 2 · 나머지 화면과 대비 수정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35분 · 개인 — 화면 수를 채우고 대비를 고칩니다.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화면 채우기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8~12개가 되도록 나머지를 만듭니다. 핵심 4개만큼 정교할 필요는 없지만 시스템은 그대로 씁니다.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대비 측정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· 버튼 · 보조 텍스트를 측정해 표에 적습니다. 미달인 곳을 전부 찾습니다.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토큰에서 고치기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 화면이 아니라 10주차 토큰을 고칩니다. 토큰을 고치면 모든 화면이 한 번에 바뀝니다.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11주차 화면 디자인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CRITIQUE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2차 크리틱 — 5초 테스트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4인 1조 · 1인 6분. 설명하지 않고 보여 주기만 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5254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진행 방법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60704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발표자는 핵심 화면 하나를 5초만 보여 주고 덮습니다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보는 사람은 무엇을 본 것 같은지 말합니다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화면에서 무엇을 하는 곳 같나요?"만 묻습니다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다르게 답하면 위계가 의도와 다른 것입니다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7016" y="1664208"/>
            <a:ext cx="525460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7640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 다음 4분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17640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7640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4개를 나란히 놓고 봅니다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"같은 서비스로 보이는가" — 일관성 점검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약한 화면 하나를 지목합니다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고칠 것을 하나만 말합니다 — 여러 개는 안 고쳐집니다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4126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5초 테스트에서 다르게 답이 나오는 것은 실패가 아니라 정보입니다. 오늘 알아야 다음 주에 고칠 수 있습니다.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11주차 화면 디자인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제출물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여기서 완성한 화면이 패널 이미지가 됩니다. 13주차에 고칠 시간은 없습니다.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화면이 8~12개이고 핵심 플로우 3개가 끝까지 이어진다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화면이 10주차 컴포넌트로 조립되었다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 만든 요소가 시스템에 컴포넌트로 추가되었다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텍스트가 들어가 있다 (더미 텍스트 없음)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흑백으로 봤을 때 위계가 유지된다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간격이 8의 배수로 통일되어 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대비 점검표가 있고 미달 항목을 수정했다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시나리오 초안 3개를 썼고 화면 이름을 쓰지 않았다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상태와 오류 상태 화면이 없으면 다음 주 테스트가 중간에 멈춥니다. 최소 한 개씩은 만들어 오세요.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11주차 화면 디자인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12주차는 오늘 만든 화면을 연결해 사람에게 테스트합니다.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주요 화면 8~12개 완성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플로우 3개가 화면으로 끝까지 이어져야 합니다. 중간에 빠진 화면이 있으면 프로토타입이 끊깁니다.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대비 점검표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· 버튼 · 보조 텍스트의 명도 대비를 측정해 표로 남깁니다. 기준 미달인 곳과 수정 내용을 적으세요.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테스트 시나리오 초안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12주차에 참가자에게 시킬 과제 3개를 문장으로 씁니다. '~해 보세요' 형식. 화면 이름을 말해 주면 안 됩니다.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12주차 수업 시작 전까지 · Figma 링크 제출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프로토타입 &amp; 사용성 테스트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인터랙션 연결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시나리오 설계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5인 테스트 진행과 기록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정리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8~12개 · 테스트 시나리오 초안 3개 · 노트북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11주차 화면 디자인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11주차 화면 디자인</dc:title>
  <dc:subject>원광대학교 2026-2 · 학부 3학년 · 주 3시간 × 15주 · 졸업 전시 패널 제작</dc:subject>
  <dc:creator>MIN.D</dc:creator>
  <cp:lastModifiedBy>MIN.D</cp:lastModifiedBy>
  <cp:revision>1</cp:revision>
  <dcterms:created xsi:type="dcterms:W3CDTF">2026-08-31T11:45:54Z</dcterms:created>
  <dcterms:modified xsi:type="dcterms:W3CDTF">2026-08-31T11:45:54Z</dcterms:modified>
</cp:coreProperties>
</file>