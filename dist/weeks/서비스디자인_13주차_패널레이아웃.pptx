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학생들이 가장 많이 하는 실수는 발표 자료를 그대로 큰 종이에 옮기는 것이다. 패널은 순서를 강제할 수 없는 형식이라는 점을 사례로 먼저 각인시킬 것. 축소 출력 검토를 반드시 수업 안에서 한다 — 이것을 건너뛰면 14주차에 되돌릴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B0 원본 크기로 작업하되 화면에서는 항상 '전체 보기'로 확인하게 한다. 100% 배율로만 작업하면 3m 가독성을 판단할 수 없다. 마지막 15분 축소 출력은 A4 흑백으로 충분하다 — 복도에 붙이고 실제로 3m 떨어져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 모은 레퍼런스 패널 5점을 다시 꺼내게 하고, 그때 왜 그것을 골랐는지 지금 관점에서 다시 말하게 하면 도입이 자연스럽다.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 거리별 읽기를 구체적인 초 단위와 미터 단위로 말해 주면 학생이 크기 감각을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화면 100% 배율에서 작업하며 크기를 판단한다. Figma에서 'B0 전체 보기' 상태로 두고 작업하게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인쇄해 나눠 주면 학생이 실습 중에 자기 시안을 스스로 점검한다.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4단계에서 덩어리가 7개를 넘으면 읽히지 않는다. 3~5개 덩어리로 묶으라고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실제 B0 치수를 칠판에 그려 놓고 여백 수치를 함께 계산해 보이면 감이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하단 100mm 규칙은 실제 전시 조건에서 나온 것이다. 작년 전시 사진이 있으면 함께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2안을 '같은 레이아웃의 색 변형'으로 만드는 학생이 많다. 구조가 달라야 축소 출력 비교가 의미를 갖는다고 미리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검증을 수업 안에서 반드시 한다. 프린터가 없으면 태블릿을 벽에 세우고 뒤로 물러나는 것으로 대체할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매년 14주차에 본문을 쓰기 시작하는 학생이 나오고 그 학생이 마감을 놓친다. 이 문장을 공지에도 복사해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해상도 문제가 14주차 마감을 놓치는 1순위 원인이다. Figma 화면 캡처를 그대로 확대해 넣으면 반드시 깨진다. 2배 이상 배율로 다시 내보내야 한다는 것을 과제 공지에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레이아웃 설계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전시 패널이라는 다른 형식으로 재편집합니다.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말하는 사람 없이 혼자 서는 한 장을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 65% — 오늘 시안 2안을 만들고 축소 출력으로 검토합니다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 2안 (B0 900×1200mm) · 축소 출력 검토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 65% — 오늘 시안 2안을 만들고 축소 출력으로 검토합니다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재확인 — 8주차 A4와 지금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패널의 정보 위계와 3m 가독성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사례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스토리 블록과 위계 설계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그리드와 여백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B0 시안 2안 제작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출력 검토 — A4로 뽑아 3m에서 보기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패널을 발표 자료와 다른 형식으로 다룰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순서를 강제할 수 없고 질문할 사람이 없는 매체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3m 거리를 기준으로 크기를 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눈에 보기 좋은 크기가 아니라 거리에서 읽히는 크기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B0 지면에 그리드를 세울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칼럼과 여백을 먼저 정하고 그 안에 내용을 넣는다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축소 출력으로 스스로 검증할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좋아 보이는 것과 종이에서 읽히는 것은 다르다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패널은 읽는 것이 아니라 3m 밖에서 걸음을 멈추게 하는 것이다.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패널의 정보 위계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관람자는 세 번에 나눠 봅니다. 3m에서 한 번, 1m에서 한 번, 그리고 대부분은 지나갑니다.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거리에서 무엇이 읽히나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거리에 무엇을 배치할지가 패널 설계의 전부입니다.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3m · 2초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하나와 큰 이미지 하나만 보입니다. 여기서 걸음을 멈추게 하지 못하면 나머지는 존재하지 않습니다. 제목은 최소 120pt 이상으로 시작하세요.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1.5m · 15초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제목과 이미지 캡션, 큰 도식이 읽힙니다. 여기서 '무엇을 만든 프로젝트인지' 전체가 파악되어야 합니다. 40~60pt 구간입니다.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50cm · 2분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본문과 근거, 세부 화면이 읽힙니다. 관심을 가진 소수만 여기까지 옵니다. 24~32pt. 이보다 작으면 아무도 읽지 않습니다.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B0에서 24pt는 화면의 24pt와 다릅니다. 지면 실치수 기준으로 생각하세요. 화면 배율에 속지 마세요.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 자료와 패널은 다릅니다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발표 파일을 그대로 옮기면 반드시 실패합니다.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 자료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관람자가 아무 데서나 시작합니다 — 크기로 순서를 만듭니다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발표자가 순서를 정합니다 — 장표 번호가 순서입니다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장에 전부 — 대신 위계가 없으면 아무것도 안 읽힙니다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장표당 메시지 하나 — 나눠 담을 수 있습니다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글이 스스로 설명해야 합니다 — 근거를 지면에 넣습니다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말로 보충합니다 — 장표는 단서만 있어도 됩니다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3m부터 시작합니다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 앞 좌석 거리 하나뿐입니다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스토리 블록과 위계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아직 디자인하지 않습니다. 무엇을 얼마나 크게 놓을지만 정합니다.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블록 목록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스토리라인을 꺼내 지금 상황에 맞게 고칩니다. 문제 · 사용자 · 인사이트 · 컨셉 · 화면 · 블루프린트 · 테스트 결과 · 남은 과제. 6~9개로 유지합니다.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주인공 하나 정하기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 가장 큰 이미지 하나를 정합니다. 대개 핵심 화면 또는 서비스 사용 장면입니다. 이것이 3m에서 보이는 유일한 이미지입니다.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크기 3단계 배분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블록마다 크게 · 보통 · 작게. 크게는 제목과 주인공 이미지 둘뿐입니다. 셋을 넘기면 위계가 없어집니다.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회색 상자로 배치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프레임에 회색 상자만으로 배치해 봅니다. 내용은 넣지 않습니다. 전체 보기로 두고 덩어리가 몇 개로 보이는지 셉니다.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그리드와 여백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큰 지면일수록 여백이 구조를 만듭니다. B0에서 여백은 낭비가 아니라 설계입니다.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B0 900 × 1200mm — 세로형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 표준 규격입니다. 가로형으로 하려면 사전에 협의하세요.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가장자리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바깥 여백 60~80mm — 넉넉하게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여백이 좁으면 답답하고 재단에서 잘립니다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하단은 관람자 시선보다 낮습니다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100mm에는 중요한 내용을 넣지 않습니다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칼럼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분할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3칼럼 또는 4칼럼으로 시작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칼럼 간격(gutter) 20~30mm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블록은 칼럼 경계에 맞춥니다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2칼럼 폭 블록과 1칼럼 폭 블록을 섞으면 리듬이 생깁니다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본문 폭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읽히는 한 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줄에 30~40자 — 그 이상이면 줄을 놓칩니다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B0에서 전폭으로 흘리면 읽을 수 없습니다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글은 반드시 칼럼 안에 가둡니다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본문은 짧을수록 좋습니다 — 문단 3~4줄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그리드를 Figma 레이아웃 그리드로 실제 설정하세요. 눈대중으로 맞추면 축소 출력에서 어긋남이 드러납니다.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B0 시안 2안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두 안은 서로 다른 구조여야 합니다. 색만 바꾼 것은 2안이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프레임과 그리드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900×1200mm 프레임 2개를 만들고 레이아웃 그리드를 설정합니다. 여백과 칼럼을 먼저 넣습니다.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16분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1안 — 위에서 아래로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· 주인공 이미지 · 좌에서 우로 읽는 순서. 가장 안전한 구조입니다. 여기부터 만듭니다.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2안 — 중심에서 밖으로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 이미지를 가운데 크게 두고 주변에 근거를 배치. 걸음을 멈추게 하는 힘이 더 큽니다.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전체 보기 점검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안을 나란히 전체 보기로 놓습니다. 3m에서 무엇이 보일지 상상하지 말고 다음 순서에서 실제로 확인합니다.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화면에서 좋아 보이는 것과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종이에서 읽히는 것은 다릅니다.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지금부터 15분 동안 두 안을 A4 흑백으로 뽑아 복도에 붙이고 3m 떨어져 봅니다. 색을 빼는 이유는 위계가 색에만 기대고 있는지 확인하기 위해서입니다. 흑백 축소본에서 제목과 주인공 이미지가 안 보이면, B0에서도 안 보입니다.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주는 인쇄 마감입니다. 구조를 바꿀 수 있는 마지막 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 프레임에 시안 2안이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안의 구조가 서로 다르다 (색 변형이 아니다)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그리드가 실제로 설정되어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바깥 여백 60mm 이상, 하단 100mm에 핵심 내용이 없다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'크게'로 지정한 요소가 제목과 주인공 이미지 둘뿐이다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한 줄이 30~40자 안에 들어온다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A4 흑백 축소 출력으로 3m 판독을 실제로 해 봤다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판독 결과를 근거로 1안을 골랐고 그 이유를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텍스트를 다음 주까지 전부 확정해 오세요. 14주차는 글을 쓰는 날이 아니라 인쇄 데이터를 만드는 날입니다.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14주차는 인쇄 데이터 마감입니다. 되돌릴 수 있는 마지막 주가 이번 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시안 1안으로 압축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2안 중 하나를 고릅니다. 축소 출력에서 3m 판독 결과를 근거로 고르세요. 취향으로 고르지 않습니다.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본문 텍스트 확정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들어갈 모든 글을 실제 문장으로 씁니다. 더미 텍스트가 한 곳이라도 남으면 14주차에 시간이 사라집니다.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이미지 해상도 점검표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넣을 모든 이미지의 실제 배치 크기와 해상도를 표로 확인합니다. 300dpi 미달인 것을 찾아 다시 만드세요.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14주차 수업 시작 전까지 · 시안 2안 PDF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40965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제작 &amp; 인쇄 데이터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300dpi 이미지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여백과 도련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사양 확정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99262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1안 · 확정된 본문 텍스트 · 이미지 해상도 점검표 · 노트북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13주차 패널 레이아웃 설계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