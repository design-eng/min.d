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시간표는 8명 기준(7분 발표 + 3분 질의)이다. 인원에 맞춰 조정할 것 — 12명이면 발표 5분 + 질의 2분으로 줄인다. 패널 설치 15분을 반드시 확보한다. 실물 앞에서 하는 발표와 화면 앞에서 하는 발표는 완전히 다른 경험이므로 화면 발표로 대체하지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학기의 마지막 수업이다. 평가만 하고 끝내면 학생에게 남는 것이 없다. 강평에서 개인별 지적 대신 '이 학기에 무엇이 늘었는지'를 구간별로 짚어 주고, 아카이빙 시간을 반드시 남겨 취업 지원에 쓸 수 있는 형태로 마무리시킬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학기 마무리의 핵심이다. 결과물만 남기고 끝내면 학생이 자기가 뭘 배웠는지 모른 채 나간다.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'패널을 읽지 않는다'는 규칙을 첫 발표자에게 엄격히 적용해야 나머지가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학기 내내 같은 기준을 반복해 왔다는 것을 짚어 줄 것. 일관된 기준이 학생에게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패널을 벽이나 이젤에 세워 실제 전시와 같은 높이로 둔다. 책상에 눕혀 놓고 하면 의미가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투표 결과를 집계해 공개하면 학기 마무리 분위기가 좋아진다. 순위가 아니라 '어떤 요소가 통했는가'로 정리해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수업 안에서 끝내게 하는 것이 핵심 — 과제로 돌리면 절반이 제출하지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설명 문단을 쓰게 하는 것이 아카이빙의 실질이다. 문단이 없으면 반년 뒤 자기도 못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 문장 형식('~을 알게 되어 다음으로 넘어갔다')을 칠판에 적어 두면 문단 품질이 크게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슬라이드. 서두르지 말고 읽어 줄 것. 학생들이 학기 전체를 하나로 묶어 기억하게 하는 장표다.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백업 안내를 마지막에 반드시 할 것. 매년 다음 학기에 원본을 잃어버린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회고는 성적 무관이라고 말해도 대부분 쓴다. 학기 마지막에 쓴 회고가 다음 학기 캡스톤에서 실제로 인용되는 경우가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&amp; 아카이빙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실물 패널 앞에서 한 학기를 설명합니다.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그리고 다음 학기에 쓸 수 있는 형태로 남깁니다.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발표와 강평 75% · 아카이빙 25% — 평가 25%가 오늘 결정됩니다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(평가 25%) · 포트폴리오 아카이브 PDF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발표와 강평 75% · 아카이빙 25% — 평가 25%가 오늘 결정됩니다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설치 · 전시 시뮬레이션 배치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00:15–01:20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1부 — 5명 (7분 발표 + 3분 질의)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2부 — 3명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02:00–02:20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강평 · 상호 투표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02:20–02:45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아카이빙 실습 — 포트폴리오 정리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 마무리 · 다음 단계 안내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실물 앞에서 프로젝트를 설명할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패널이 말하지 못하는 것을 말로 채운다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판단의 근거를 질문에 답할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컨셉인지, 왜 이것을 안 고쳤는지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학기 작업을 하나의 문서로 남긴다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학기와 취업 지원에 그대로 쓸 수 있는 형태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무엇이 늘었는지 스스로 말할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결과물이 아니라 능력으로 학기를 정리한다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프로젝트는 끝나지만 이 문서는 계속 일한다.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— 7분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앞에 서서 합니다. 슬라이드를 쓰지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말할 것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0:00–1:00 무엇을 만들었는지 한 문장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1:00–2:30 어떤 문제에서 출발했고 근거는 무엇인가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2:30–4:30 왜 이 컨셉인가 — 버린 안까지 함께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4:30–6:00 테스트에서 무엇이 무너졌고 무엇을 고쳤나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6:00–7:00 남은 과제와 다음 단계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하지 말 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적힌 글을 그대로 읽기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과정을 시간순으로 나열하기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"시간이 부족해서"로 시작하기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아는 척하기 — 질의에서 드러납니다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 다 적혀 있는 것을 말로 반복하면 7분이 낭비됩니다. 패널이 못 하는 말 — 판단의 이유 — 을 하세요.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무엇을 봅니까 — 평가 25%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25%와 발표를 함께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완성도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위계와 제작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3m에서 걸음을 멈추게 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위계가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사양을 지켰는가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오탈자와 해상도 문제가 없는가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내용의 근거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학기의 축적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리서치에서 컨셉까지 끊기지 않는가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결과가 반영되어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 선택지와 이유가 보이는가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과제를 솔직히 밝혔는가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발표와 응답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설명하는 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7분 안에 끝났는가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패널을 읽지 않고 말했는가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그렇게 판단했는지 답할 수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모른다고 말했는가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'남은 과제를 솔직히 밝혔는가'가 8주차와 마찬가지로 오늘도 점수를 가장 크게 가릅니다.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1인 7분 발표 · 3분 질의. 실물 패널 앞에서 진행합니다.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상호 투표 · 관람 기록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들으며 채웁니다. 전시장에서 관람자가 하는 일을 그대로 해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3m에서 멈추게 한 패널 두 점을 골랐다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패널의 무엇이 나를 멈추게 했는지 한 줄 적었다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근거가 탄탄했던 프로젝트 한 점을 골랐다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프로젝트에 가져오고 싶은 표현 한 가지를 적었다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최소 두 번 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받은 질문을 전부 적었다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질문이 무엇이었는지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한다면 무엇을 다르게 할지 한 줄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'3m에서 멈추게 한 패널'을 고르는 경험이 13주차 강의보다 강하게 남습니다.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아카이빙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여기서 정리하지 않으면 한 학기가 파일 더미로 남습니다.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아카이브 구성 — 네 구간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구간마다 한 문단 설명을 붙입니다. 파일만 모으면 아카이브가 아닙니다.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발견 · 1–4주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보았나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영역과 주제 선정 근거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가이드와 기록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· 퍼소나 · 저니맵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왜 이 주제였고 무엇을 알게 됐나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026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773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정의 · 5–8주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9773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문제로 보았나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9773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773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인사이트와 POV · HMW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20안과 평가 매트릭스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왜 이 컨셉을 골랐나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0440" y="1700784"/>
            <a:ext cx="248099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7912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개발 · 9–12주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07912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만들었나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07912" y="2798064"/>
            <a:ext cx="17860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7912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· 플로우 · 와이어프레임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시스템과 화면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프로토타입과 테스트 리포트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테스트에서 무엇이 무너졌나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0619" y="1700784"/>
            <a:ext cx="2480996" cy="35295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091" y="1956816"/>
            <a:ext cx="17860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전달 · 13–15주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091" y="2395728"/>
            <a:ext cx="1786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전했나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18091" y="2798064"/>
            <a:ext cx="178605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091" y="2944368"/>
            <a:ext cx="178605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시안과 최종 패널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 사진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자료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문단 — 무엇이 남은 과제인가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구간 설명 문단은 3~5줄이면 충분합니다. 이 문단들이 취업 지원 시 자기소개서의 재료가 됩니다.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아카이빙 실습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· 개인 — 오늘 안에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파일 모으기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구간 폴더를 만들고 산출물을 넣습니다. 없는 것은 지금 다시 만들지 말고 '누락'으로 표시합니다.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설명 문단 네 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구간마다 3~5줄. '무엇을 했다'가 아니라 '무엇을 알게 되어 다음으로 넘어갔다'로 씁니다.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장 요약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 앞에 프로젝트 한 장 요약. 가치 제안 문장 · 주인공 이미지 · 결과 세 줄.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PDF 내보내기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파일로 내보내 제출합니다. 파일 이름은 '학번_이름_포트폴리오아카이브.pdf'.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학기 동안 만든 것은 패널 한 장이지만,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배운 것은 모르는 것을 다루는 방법입니다.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여러분은 답을 모르는 상태에서 시작해 관찰로 문제를 만들고, 만든 문제를 남에게 검증받고, 검증에서 무너진 것을 고쳐 형식을 갖춘 결과로 내놓았습니다. 이 순서는 어떤 프로젝트에서도 반복됩니다. 다음에 막혔을 때 이 순서를 기억하세요.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다음에 할 수 있는 것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것이 어디에 쓰이는지 알고 가세요.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졸업 전시 설치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패널이 전시장에 걸립니다. 설치 일정과 방식은 학과 공지를 확인하세요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포트폴리오 웹 게시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PDF를 Behance나 개인 사이트용으로 재편집합니다. 화면 비율만 바꾸면 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취업 지원 자료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구간별 설명 문단이 자기소개서와 면접 답변의 재료가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다음 학기 캡스톤 연계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프로젝트를 확장하거나, 여기서 발견한 남은 과제를 새 주제로 삼을 수 있습니다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학기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원본과 이미지 원본을 반드시 백업하세요. 반년 뒤 다시 쓸 때 Figma 파일이 없으면 처음부터 다시 만들어야 합니다.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학기가 끝납니다. 아카이브는 오늘 안에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포트폴리오 아카이브 PDF 제출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구간으로 나눈 정리본. 각 구간 앞에 한 문단 설명. 오늘 수업 안에 완성해 제출합니다.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원본 파일 백업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원본과 인쇄용 PDF, 사용한 이미지 원본까지 한 폴더로. 다음 학기에 반드시 다시 씁니다.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회고 한 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배웠고 무엇을 다시 한다면 다르게 하겠는지 A4 한 장. 성적에 반영하지 않지만 다음 프로젝트에서 가장 크게 도움이 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15주차 수업 종료 시점 · 아카이브 PDF 제출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THE COURSE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학기 이후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여기서 이어집니다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설치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웹 게시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학기 캡스톤 연계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지원 자료 활용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 PDF · 패널 원본 백업 · 회고 한 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15주차 최종 발표 &amp; 아카이빙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15주차 최종 발표 &amp; 아카이빙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