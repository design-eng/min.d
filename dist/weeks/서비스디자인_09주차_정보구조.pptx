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흔한 실수는 곧바로 예쁜 화면을 그리기 시작하는 것이다. 색과 폰트를 쓰는 학생이 보이면 바로 회색 상자로 되돌린다. 오늘 결정하는 것은 '어떤 화면이 몇 개 필요한가'이지 '어떻게 보이는가'가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1에서 플로우를 3개로 못 줄이는 학생이 많다. 3개를 넘으면 12주 안에 프로토타입까지 못 간다. 순회하며 강제로 줄여 줄 것. 실습 2는 손 스케치도 허용하되 12화면 수량은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오늘의 실질이다. 범위를 확정하지 않으면 11주차에 무한히 늘어난다.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IA와 플로우의 차이를 '지도와 경로'로 비유하면 한 번에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IA만 그리고 플로우를 건너뛴다. 플로우 없이 와이어프레임을 그리면 화면이 서로 연결되지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매년 로그인 화면부터 그리는 학생이 나온다. '심사위원은 로그인 화면을 보지 않는다'고 말해 주면 정리된다.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4단계의 수 세기가 범위 확정의 실질이다. 여기서 줄이지 않으면 11주차에 학생이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강사가 화면 하나를 3분 안에 그려 보이는 시연이 가장 효과적이다.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시작 직전에 한 번 더 띄운다. 그래도 색을 쓰는 학생이 나오면 그 자리에서 회색으로 되돌리게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칸의 세 질문을 인쇄해 책상마다 놓아 두면 순회 지도 시간이 크게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3분 타이머가 핵심이다. 한 화면에 붙잡히면 12개를 못 채우고, 못 채우면 다음 주에 시스템을 만들 대상이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8개 상한은 경험치다. 욕심내는 학생에게는 '작년에 12개로 시작한 사람이 어떻게 됐는지' 사례로 설명할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레퍼런스를 '예쁜 화면'으로 모아 오는 경우가 대부분이다. 10주차 디자인 시스템의 재료가 되려면 규칙을 읽어 와야 한다고 과제 설명에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정보구조 &amp; 와이어프레임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서비스를 화면의 집합으로 바꿉니다.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그릴지 정하는 것이 오늘의 일입니다.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오늘부터 손이 바빠집니다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 · 와이어프레임 12화면 이상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오늘부터 손이 바빠집니다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확인 · 화면 목록 점검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정보구조와 태스크 플로우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IA와 핵심 플로우 3개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01:25–01:35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저충실도 와이어프레임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와이어프레임 12화면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 · 상호 점검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서비스를 화면 목록으로 바꿀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블루프린트의 프론트스테이지를 실제 화면 단위로 분해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핵심 태스크 플로우를 3개로 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만들 수 없다는 전제에서 무엇을 만들지 고른다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저충실도 와이어프레임을 빠르게 그릴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상자로 12화면. 색과 폰트는 다음 주에 씁니다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무엇을 만들지 확정한다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정한 목록이 12주차까지의 작업 범위입니다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다 만들 수 없다. 무엇을 만들지 정하는 것이 설계다.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정보구조와 플로우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그리기 전에 화면들 사이의 관계를 정합니다.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IA와 태스크 플로우 — 지도와 경로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필요하지만 하는 일이 다릅니다.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IA — 지도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태스크 플로우 — 경로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묻는 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어디에 있는가 — 전체 구조와 위계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묻는 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사람이 목적을 이루려면 어디를 거치는가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 구조. 상위 메뉴와 하위 화면의 계층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화살표로 이어진 한 줄. 분기는 마름모로 표시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정할 때 · 화면이 빠졌는지 확인할 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수를 줄일 때 · 어디서 막히는지 볼 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장이면 충분합니다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3개만 그립니다. 전부 그리면 시간이 사라집니다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핵심 플로우 3개는 이렇게 고릅니다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블루프린트의 사용자 행동 줄에서 뽑아 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가치가 실현되는 플로우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컨셉의 가치 제안이 실제로 일어나는 경로. 이것 하나가 없으면 서비스가 아닙니다. 반드시 포함합니다.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가장 자주 일어나는 플로우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퍼소나가 하루에 · 한 주에 여러 번 반복하는 것. 여기가 불편하면 서비스를 떠납니다.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가장 위험한 플로우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실수하면 되돌리기 어려운 것 — 결제 · 취소 · 삭제 · 예약 변경. 패널에서 완성도를 보여 주기 좋은 지점이기도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로그인 · 회원가입 · 설정은 핵심 플로우가 아닙니다. 시간이 남으면 그리고, 남지 않으면 그리지 않습니다.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IA와 핵심 플로우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Figma 또는 종이. 아직 화면을 그리지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목록 펼치기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과제로 적어 온 15~25개를 포스트잇이나 프레임 이름으로 늘어놓습니다. 중복을 합칩니다.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IA 한 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3~5개 묶음으로 나누고 계층을 그립니다. 어디에도 안 들어가는 화면이 있으면 그 화면이 필요한지 다시 묻습니다.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플로우 3개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· 반복 · 위험 세 가지 기준으로 고른 뒤 각각 화살표로 그립니다. 분기는 마름모로 표시합니다.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수 세기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플로우에 등장하는 화면 수를 셉니다. 12~18개면 적절합니다. 25개를 넘으면 플로우를 줄이세요.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저충실도 와이어프레임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회색 상자로 빠르게. 예쁘게 그리는 순간 고치지 못하게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예쁘게 그리면 버리지 못합니다.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오늘은 버리기 쉽게 그립니다.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색을 넣고 폰트를 고르는 순간 그 화면에 시간이 쌓이고, 시간이 쌓인 화면은 잘못됐다는 걸 알아도 고치지 못합니다. 저충실도는 게으른 것이 아니라 아직 정하지 않은 것을 정하지 않은 상태로 두는 기술입니다.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와이어프레임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규칙만 지키면 12화면을 45분 안에 그릴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쓰는 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이것만으로 충분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상자 — 이미지 · 영역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— 텍스트 줄 (긴 줄 / 짧은 줄)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문구 — 제목과 버튼 라벨만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이름과 번호 — 왼쪽 위에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쓰지 않는 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10주차로 미룹니다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· 그라데이션 · 그림자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세트 · 실제 사진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폰트 고르기 · 자간 조정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"나중에 바꾸면 되지"가 안 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화면마다 답할 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화면에서 사용자가 할 일 한 가지는?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일을 하는 버튼이 가장 눈에 띄는가?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왔고 어디로 가는가?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가지에 답 못 하면 화면이 아직 없는 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제목과 버튼 라벨은 실제 문구로 쓰세요. 'Lorem ipsum'으로 두면 화면이 말이 되는지 확인할 수 없습니다.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와이어프레임 12화면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화면당 3~4분. 막히면 넘어갑니다.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프레임 깔기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 순서대로 빈 프레임을 12개 만들고 이름과 번호를 먼저 붙입니다. 순서가 눈에 보여야 빠집니다.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화면당 3분. 타이머를 씁니다. 3분이 지나면 미완성이어도 다음 화면으로 넘어갑니다.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연결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플로우를 따라 1번부터 끝까지 손가락으로 짚어 갑니다. 중간에 없는 화면이 나오면 그 자리에 빈 프레임을 추가합니다.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핵심 표시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중 패널에 실릴 것 같은 화면 3~4개에 표시합니다. 11주차에 이것부터 고충실도로 만듭니다.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확정한 화면 목록이 12주차까지의 작업 범위입니다.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한 장이 있고 모든 화면이 어딘가에 속해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플로우가 3개이고 각각 선정 기준을 적었다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플로우에 분기가 표시되어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와이어프레임이 12화면 이상이다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이름과 번호가 붙어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· 아이콘 · 사진을 쓰지 않았다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제목과 버튼 라벨이 실제 문구로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확정표에 핵심 / 보조가 구분되어 있고 핵심이 8개 이하다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핵심이 8개를 넘으면 12주차 프로토타입에서 반드시 못 끝냅니다. 지금 줄이세요.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10주차는 오늘 확정한 화면 목록 위에 디자인 시스템을 올립니다.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와이어프레임 완성 12화면 이상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못 끝낸 화면을 채웁니다. Figma 프레임으로 만들고, 화면 이름을 플로우 순서대로 번호를 붙여 정리하세요.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목록 확정표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이름 · 소속 플로우 · 우선순위(핵심/보조)를 표로. 핵심이 8개를 넘지 않게 조정합니다.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레퍼런스 화면 6점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구조를 잘 푼 서비스의 화면을 캡처합니다. 무엇이 좋은지가 아니라 '무슨 규칙으로 배치했는지'를 한 줄씩 적으세요.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10주차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511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UI 디자인 시스템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 스케일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컴포넌트와 상태 정의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라이브러리 구성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407408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517136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4773168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12화면 · 화면 목록 확정표 · 레퍼런스 6점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9주차 정보구조 &amp; 와이어프레임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