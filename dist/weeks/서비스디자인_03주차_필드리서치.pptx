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5번은 형식적인 항목처럼 보이지만 실제로 사고가 나는 지점이다.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자기보고의 한계를 이해하고 방법을 조합할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인터뷰만으로는 왜 부족한지 설명할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가이드를 구조에 맞게 작성할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– 워밍업 – 본질문 – 심화 – 마무리의 5단 구조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유도 · 이중 · 가정 질문을 스스로 걸러낼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자기가 쓴 질문을 검토해 고칠 수 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AEIOU로 관찰을 기록할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사실과 해석을 분리해서 적는 습관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절차를 지켜 대상자를 섭외할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동의 · 익명화 · 철회권을 실제 문서로 준비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현장에 나가는가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말과 행동은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세 가지 방법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 가이드 5단 구조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질문의 네 가지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고쳐야 할 질문 · 고친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심화 질문 세 가지 기법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 Whys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침묵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· 기록 · 윤리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AEIOU — 관찰 기록 프레임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기록은 사실과 해석을 분리합니다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연구 윤리 — 반드시 지킵니다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인터뷰 가이드 작성과 모의 인터뷰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2026-08-31T11:45:54Z</dcterms:created>
  <dcterms:modified xsi:type="dcterms:W3CDTF">2026-08-31T11:45:54Z</dcterms:modified>
</cp:coreProperties>
</file>