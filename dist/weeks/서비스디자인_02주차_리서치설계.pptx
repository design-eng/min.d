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 과제 제출 현황을 먼저 확인할 것. 미제출자는 오늘 상담에서 주제를 잡을 수 없으므로 별도로 시간을 잡아야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 상담이 40분에 20명은 물리적으로 불가능하다. 한 명당 2분씩 핵심만 보거나, 실습 60분 동안 순회하며 상담하는 방식으로 운영할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20분.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가져온 관심 영역을 이 자리에서 한두 개 골라 즉석에서 좁혀 보이면 이해가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고른 학생이 가장 위험하다. 자료는 풍부한데 인터뷰 대상이 없어 4주차 저니맵이 상상으로 채워지는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대부분이 01·02를 건너뛰고 검색부터 한다. 질문 없이 모은 자료는 나중에 쓸 수 없다는 점을 예로 보일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AI가 만든 그럴듯한 가짜 통계가 패널에 올라오는 사고가 실제로 발생한다. 이 슬라이드는 반드시 짚고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15분. 칠판에 하나를 같이 그려 보이는 게 가장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03이 핵심. 사용자 중심으로만 생각하다 운영자를 빠뜨리면 7주차 블루프린트에서 반드시 막힌다.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행이 실용적인 자가진단법이다. 인터뷰 질문이 안 나오면 아직 안 좁혀진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03과 05가 실제로 학기를 좌우한다. 상담에서 이 두 개만은 반드시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순회하며 상담. 다 쓴 학생부터 부르면 대기 시간이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시간이 부족한 학생이 많으면 근거 자료를 2건으로 줄여도 된다. 다만 요약 문단은 빼지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대상자 확보가 안 된 학생은 3주차 전에 개별 연락해 대안을 잡아줄 것 (교내 대상자로 전환 등).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상담 순번은 게시판 공지대로.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준비 없이 온 학생에게는 '5문항 먼저 채우고 다시 오라'고 돌려보내는 편이 결과적으로 낫다.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3주차에 실제 인터뷰를 하므로, 대상자 후보가 없으면 진도가 막힌다. 이번 과제에서 대상자 확보를 반드시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발견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설계와 주제 후보 도출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막연한 관심을 조사할 수 있는 주제로 좁히고,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근거를 가지고 후보 3안을 만든다.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180분 — 강의 70 · 실습 60 · 크리틱 40 · 랩업 10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후보 3안 + 근거 자료 · 1:1 주제 상담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180분의 흐름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크리틱 시간은 1:1 상담으로 씁니다. 순번은 게시판에 올려두었습니다.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993392"/>
            <a:ext cx="3939504" cy="91440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39696"/>
            <a:ext cx="339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14161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70</a:t>
            </a:r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393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3419856"/>
            <a:ext cx="415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발견의 출발점 / 데스크 리서치 / 이해관계자 맵 / 주제 스코핑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7600" y="1993392"/>
            <a:ext cx="3376718" cy="914400"/>
          </a:xfrm>
          <a:prstGeom prst="roundRect">
            <a:avLst>
              <a:gd name="adj" fmla="val 800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1920" y="2139696"/>
            <a:ext cx="28280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60</a:t>
            </a:r>
            <a:pPr algn="l"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707600" y="3108960"/>
            <a:ext cx="33767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7872" y="3419856"/>
            <a:ext cx="3596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후보 3안 작성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12334" y="1993392"/>
            <a:ext cx="2251145" cy="914400"/>
          </a:xfrm>
          <a:prstGeom prst="roundRect">
            <a:avLst>
              <a:gd name="adj" fmla="val 800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86654" y="2139696"/>
            <a:ext cx="170250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40</a:t>
            </a:r>
            <a:pPr algn="l"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212334" y="3108960"/>
            <a:ext cx="225114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02606" y="3419856"/>
            <a:ext cx="24706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주제 상담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0591495" y="1993392"/>
            <a:ext cx="960120" cy="91440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01223" y="2139696"/>
            <a:ext cx="740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4161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</a:t>
            </a:r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591495" y="310896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랩업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481767" y="3419856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안내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1170432"/>
          </a:xfrm>
          <a:prstGeom prst="roundRect">
            <a:avLst>
              <a:gd name="adj" fmla="val 625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4791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97280" y="5065776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가능한 주제 후보 3안과 각각의 근거 자료를 갖게 됩니다. 3주차에 이 중 하나로 실제 사람을 만납니다.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문제는 어디서 나오나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주제를 '고르는' 게 아니라 '좁혀 나가는' 과정으로 다룹니다.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5798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542032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주제는 넓은 관심이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좁은 불편에서 나옵니다.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041648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0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'청년 주거 문제'는 주제가 아닙니다. '자취방을 구할 때 계약서의 어떤 항목이 위험한지 판단할 방법이 없다'가 주제입니다.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문제를 찾는 세 갈래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쪽이든 좋습니다. 다만 갈래마다 조심할 점이 다릅니다.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겪은 불편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빠르고 동기가 오래갑니다. 다만 '나만 그런 것'일 수 있어서, 다른 사람도 겪는지 확인하는 단계가 반드시 필요합니다.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남이 겪는 불편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관찰과 인터뷰로 발견합니다. 내가 당사자가 아니라서 공감이 얕을 수 있고, 대상자 접근에 시간이 더 걸립니다.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제도 · 흐름의 변화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정책 변화나 기술 변화로 새로 생긴 불편. 자료가 많고 설득력이 있지만, 실제 사용자를 못 만나면 추측으로만 채워집니다.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갈래를 택하든 3주차에 실제 사람 2명 이상을 만날 수 있어야 합니다.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DESK RESEARCH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 4단계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인터넷 검색이 아니라, 답할 질문을 정하고 자료를 모으는 절차입니다.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확인할지 질문으로 적는다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'이 불편을 겪는 사람이 얼마나 되나' '이미 나온 해결책은 무엇인가'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88720" y="257860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자료원을 정한다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88720" y="288950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통계·보도·논문·기존 서비스·커뮤니티 후기 중 어디를 볼지 먼저 결정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57055" y="267004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88720" y="343814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출처와 함께 기록한다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88720" y="374904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캡처만 모으지 말고 '어디서·언제·누가' 낸 자료인지 같이 적기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57055" y="35295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88720" y="42976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문단으로 요약한다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188720" y="460857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'조사 결과 무엇을 알게 되었나'를 자기 문장으로. 못 쓰면 아직 안 읽은 것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57055" y="43891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15분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04를 건너뛴 리서치는 자료 더미일 뿐 근거가 아닙니다. 평가에서 보는 것은 04입니다.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자료를 고르는 기준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64208"/>
            <a:ext cx="525460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근거로 쓸 수 있는 것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60704" y="2487168"/>
            <a:ext cx="44133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공공기관·통계청이 낸 원자료 (연도 확인)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논문 — 초록만이라도 방법과 표본을 확인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기업·기관의 공식 발표 자료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직접 관찰하고 기록한 것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인터뷰에서 나온 실제 발언 인용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97016" y="1664208"/>
            <a:ext cx="5254600" cy="3749040"/>
          </a:xfrm>
          <a:prstGeom prst="roundRect">
            <a:avLst>
              <a:gd name="adj" fmla="val 195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조심해야 할 것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717640" y="2487168"/>
            <a:ext cx="44133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출처가 표시되지 않은 인포그래픽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'요즘 MZ는…' 식의 일반화 기사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생성형 AI가 만들어 준 통계 — 반드시 원문 확인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년 전 자료를 현재형으로 인용하는 것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주장을 뒷받침하는 자료만 골라 모으기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AI로 자료를 찾는 것은 괜찮습니다. 다만 원문을 확인하지 않은 수치는 패널에 올릴 수 없습니다.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이해관계자 맵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문제에 누가 얽혀 있는지 그려 보면, 혼자 생각할 때 보이지 않던 지점이 드러납니다.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이해관계자 맵 그리기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완성도보다 '빠뜨린 사람이 없는가'가 중요합니다.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적는다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상황에 등장하는 사람과 조직을 떠오르는 대로 다 적습니다. 사용자, 직원, 운영자, 규제 기관, 돈을 내는 사람까지.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배치한다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가운데에 핵심 사용자, 바깥으로 갈수록 간접적인 관계로 놓습니다. 서로 주고받는 것(정보·돈·물건)을 선으로 잇습니다.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빠진 사람을 찾는다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'이 일을 실제로 처리하는 사람은 누구지?' 대개 여기서 현장 직원이 빠져 있습니다. 뒤편을 감당할 사람이 없으면 제안은 실행되지 않습니다.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 인터뷰 대상자는 이 맵에서 고릅니다. 사용자만이 아니라 운영하는 쪽도 후보입니다.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좁히기 — 전후 비교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왼쪽처럼 쓸 수 있으면 3주차 인터뷰 질문이 바로 나옵니다.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5254600" cy="4078224"/>
          </a:xfrm>
          <a:prstGeom prst="roundRect">
            <a:avLst>
              <a:gd name="adj" fmla="val 1794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가능한 주제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97016" y="1627632"/>
            <a:ext cx="5254600" cy="4078224"/>
          </a:xfrm>
          <a:prstGeom prst="roundRect">
            <a:avLst>
              <a:gd name="adj" fmla="val 1794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아직 주제가 아닌 것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자취 계약 시 특약 조항의 위험을 판단할 방법이 없다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청년 주거 문제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42416" y="3054096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99352" y="3054096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외래 진료 후 다음에 뭘 해야 하는지 안내가 흩어져 있다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병원 UX 개선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42416" y="3712464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99352" y="3712464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동아리 신입 모집에서 지원자가 활동 강도를 알 수 없다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 커뮤니티 활성화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42416" y="4370832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99352" y="4370832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차이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누가·언제·무엇 때문에가 문장에 있다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차이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분야 이름만 있다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42416" y="5029200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99352" y="5029200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42416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확인법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42416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질문 5개를 바로 쓸 수 있다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699352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확인법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699352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물어야 할지 모르겠다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스코핑 5문항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3안 각각에 대해 답해 보세요. 하나라도 막히면 더 좁혀야 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겪는 일인지 특정할 수 있는가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'사람들'이 아니라 '어떤 상황의 누구'로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06701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1293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자주 일어나는가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 년에 한 번 있는 일은 관찰도 검증도 어렵습니다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16748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207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사람을 2주 안에 만날 수 있는가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만날 수 없으면 3주차에 진도가 멈춥니다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92826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09285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나온 해결책이 있는가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있어도 괜찮습니다. 왜 부족한지가 여러분의 출발점입니다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689043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85363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안에 화면·시나리오까지 갈 수 있는가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제도 개혁이나 신도시 설계는 이 학기에 끝나지 않습니다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5문항을 모두 통과한 안이 1안입니다. 상담에서 이 표를 놓고 이야기합니다.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03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60분 + 상담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3안을 작성하고, 작성이 끝난 사람부터 1:1 상담을 진행합니다.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진행 — 60분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안당 20분입니다. 완성도보다 세 개를 다 채우는 것이 우선입니다.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 쓰기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1주차 관심 영역 3개를 '누가 / 언제 / 무엇 때문에' 구조로 다시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자료 모으기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안마다 자료 3건. 출처와 연도를 함께 적습니다. 요약 한 문단까지 써야 완료입니다.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이해관계자 맵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1안에 대해서만 맵을 그립니다. 빠진 사람이 없는지 옆 사람과 서로 확인합니다.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5문항 자가진단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모두 앞의 5문항으로 점검하고, 통과한 안에 표시합니다.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 체크리스트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수업 24시간 전까지 게시판에 올립니다.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후보가 3개다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안이 '누가 / 언제 / 무엇 때문에' 구조의 문장이다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안마다 근거 자료가 3건 이상이다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자료마다 출처와 연도가 적혀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7016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1336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자료를 자기 문장으로 요약한 문단이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1안의 이해관계자 맵이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맵에 운영하는 쪽(직원·관리자)이 포함되어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대상자 후보 3명을 특징으로 적었다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항목이 비면 3주차 인터뷰를 진행할 수 없습니다. 반드시 채워 오세요.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04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주제 상담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사람당 짧게. 준비된 사람만큼만 깊이 들어갑니다.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전에 준비할 것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세 가지가 없으면 상담이 '뭘 하면 좋을까요' 대화로 끝납니다.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3개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3안의 문제 문장. 말로 설명하지 말고 적어 온 것을 보여 주세요. 쓰지 못한 것은 아직 정리되지 않은 것입니다.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지점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5문항 중 어디서 막혔는지. '전부 모르겠다'가 아니라 '03 대상자 접근이 막혔다'처럼 구체적으로.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결정할 것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상담에서 무엇을 정하고 나가고 싶은지. 1안 확정인지, 두 안 중 선택인지 미리 정해 오세요.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후 24시간 안에 결정 사항을 반영해 제출하는 것이 이번 주 과제입니다.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28255" y="822960"/>
            <a:ext cx="40233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03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주까지 해올 것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40080" y="270662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706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207008" y="2670048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후보 3안을 각각 한 장으로 정리한다 (문제 문장 · 근거 자료 3건 · 이해관계자 맵)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27355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273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207008" y="3236976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상담에서 나온 지적을 반영해 우선순위 1안을 표시한다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8404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840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207008" y="3803904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1안의 인터뷰 대상자 후보 3명을 실명 없이 특징으로 적어 온다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700016"/>
            <a:ext cx="713232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8289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주제 후보 3안 + 근거 자료 · 1:1 주제 상담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5266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760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2주차 리서치 설계와 주제 후보 도출</dc:title>
  <dc:subject>원광대학교 2026-2 · 학부 3학년 · 주 3시간 × 15주 · 졸업 전시 패널 제작</dc:subject>
  <dc:creator>MIN.D</dc:creator>
  <cp:lastModifiedBy>MIN.D</cp:lastModifiedBy>
  <cp:revision>1</cp:revision>
  <dcterms:created xsi:type="dcterms:W3CDTF">2026-08-26T04:42:18Z</dcterms:created>
  <dcterms:modified xsi:type="dcterms:W3CDTF">2026-08-26T04:42:18Z</dcterms:modified>
</cp:coreProperties>
</file>