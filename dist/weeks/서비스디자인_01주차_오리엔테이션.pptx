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수업. 출석 확인과 자기소개는 15분 안에 끝내고 본론으로 들어갈 것. 학생들이 가장 불안해하는 건 '무엇을 해야 하는지 모르겠다'이므로, 오늘 안에 최종 결과물(전시 패널)의 실물 이미지를 반드시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시간 배분표를 매주 첫 슬라이드로 띄운다. 학생이 '오늘 몇 시에 무엇을 하는지' 알면 실습 집중도가 확실히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20분. 정의를 외우게 하는 게 아니라 '내가 지금 뭘 설계하는지' 스스로 답할 수 있게 만드는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학생들에게 최근에 겪은 불편한 서비스 경험을 하나씩 말하게 하면 바로 이해한다. 대부분 '화면이 못생겨서'가 아니라 '흐름이 끊겨서' 불편했다고 말한다 — 그게 이 과목의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03을 특히 강조. 학생 제안이 심사에서 깨지는 가장 큰 이유가 '누가 그걸 운영하나요?'에 답을 못 해서다.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오른쪽이 '틀렸다'가 아니라 '근거가 없다'는 점을 짚을 것. 3학년 학생 대부분이 지금까지 오른쪽 방식으로 과제를 해왔다.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도구 이름만 알고 내용을 채우지 못하는 경우가 흔하다. 각 도구가 어떤 질문에 답하는 것인지로 설명할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스케일이 큰 주제(도시 교통, 기후)를 고르려 한다. 15주 안에 인터뷰 2명을 만날 수 있느냐로 현실 점검을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실제 졸업전시 패널 사진을 보여주면 가장 효과적이다. 지난 학기 자료가 있으면 이 자리에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다섯 항목이 평가 루브릭의 '최종 패널 25%' 세부 기준과 같다. 첫 주에 공개하는 것이 원칙.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레퍼런스를 두 장 띄우고 학생들에게 '어느 쪽이 왜 나은지' 말하게 하면 좋다. 취향이 아니라 위계로 설명하도록 유도.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시작 전에 산출물 양식을 화면에 띄워두고 시작할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1단계에서 '20개나요?'라는 반응이 나온다. 양이 질을 만든다고 설명하고, 강사도 같이 칠판에 적어 보이면 분위기가 풀린다.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파일명 규칙을 첫 주에 못 박아두면 학기 내내 관리가 편하다.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크리틱이므로 분위기를 만드는 게 목적. 지적하지 않기.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'답 못 한 질문이 많을수록 좋다'는 메시지가 첫 크리틱의 심리적 부담을 크게 낮춘다. 시간이 부족하면 조별로 나눠 동시 진행.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관심 영역을 '분야'(예: 헬스케어)로 적어오는 학생이 대부분이다. '불편'(예: 처방전을 받고 약국을 찾는 과정이 번거롭다)으로 적으라고 예시를 들어 강조할 것. 2주차 1:1 상담 순번을 오늘 배정해 게시판에 올린다.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오리엔테이션 &amp; 서비스디자인 개관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서비스디자인이 무엇을 설계하는 일인지 이해하고,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수업이 어떤 결과물로 끝나는지 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180분 — 강의 70 · 실습 60 · 크리틱 40 · 랩업 10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180분의 흐름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주는 강의 비중이 가장 높습니다. 2주차부터는 실습이 더 길어집니다.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993392"/>
            <a:ext cx="3939504" cy="9144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39696"/>
            <a:ext cx="339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70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393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3419856"/>
            <a:ext cx="415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운영·평가 / 서비스디자인 개관 / 패널 심사 관점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7600" y="1993392"/>
            <a:ext cx="3376718" cy="914400"/>
          </a:xfrm>
          <a:prstGeom prst="roundRect">
            <a:avLst>
              <a:gd name="adj" fmla="val 8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1920" y="2139696"/>
            <a:ext cx="28280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</a:t>
            </a:r>
            <a:pPr algn="l"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07600" y="3108960"/>
            <a:ext cx="3376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7872" y="3419856"/>
            <a:ext cx="3596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정리 · 레퍼런스 패널 분석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12334" y="1993392"/>
            <a:ext cx="2251145" cy="914400"/>
          </a:xfrm>
          <a:prstGeom prst="roundRect">
            <a:avLst>
              <a:gd name="adj" fmla="val 8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6654" y="2139696"/>
            <a:ext cx="17025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40</a:t>
            </a:r>
            <a:pPr algn="l"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212334" y="3108960"/>
            <a:ext cx="22511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02606" y="3419856"/>
            <a:ext cx="24706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공유와 상호 질문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591495" y="1993392"/>
            <a:ext cx="960120" cy="9144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01223" y="2139696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91495" y="31089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랩업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481767" y="3419856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안내 · 상담 순번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1170432"/>
          </a:xfrm>
          <a:prstGeom prst="roundRect">
            <a:avLst>
              <a:gd name="adj" fmla="val 625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791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97280" y="5065776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무엇에 관심 있는지 세 문장으로 적을 수 있고, 잘 만든 전시 패널이 왜 잘 읽히는지 설명할 수 있습니다.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서비스디자인이란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설계하는 일인지부터 정리합니다. 이 정의가 15주 내내 판단 기준이 됩니다.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DEFINITION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서비스디자인은 물건이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겪는 과정 전체를 설계합니다.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하나, 포스터 한 장이 아니라 — 알게 되고, 찾아가고, 기다리고, 쓰고, 다시 오는 그 흐름 전체가 설계 대상입니다.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CHARACTERISTIC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디자인과 다른 세 가지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셋이 있기 때문에 리서치 없이 시작할 수 없습니다.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시간축이 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장면이 아니라 며칠·몇 주에 걸친 흐름입니다. 그래서 '어느 시점에 무엇이 무너지는가'를 찾아야 합니다. 4주차 저니맵이 이걸 그리는 도구입니다.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접점이 여럿이다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앱·매장·전화·안내문·사람이 모두 하나의 경험을 만듭니다. 한 접점만 고치면 다른 곳에서 다시 끊깁니다. 7주차 블루프린트가 이 관계를 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보이지 않는 뒤편이 있다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보는 앞단 뒤에는 직원의 일과 시스템이 있습니다. 뒤가 감당 못 하는 앞단은 실행되지 않습니다. 실현 가능성이 평가에 들어가는 이유입니다.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그래서 이 과목은 '예쁜 화면'이 아니라 '흐름의 근거'를 먼저 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문제, 다른 접근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'약국을 찾기 번거롭다'는 문제를 두 방식으로 다뤄 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접근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결과물만 보는 접근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처방전을 받고 약을 받기까지의 전 과정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찾기 앱 화면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어디서 왜 멈추는가 — 대기? 재고? 위치?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화면이 보기 좋은가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환자·약사 인터뷰와 관찰 기록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앱 스크린샷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· 블루프린트 · 개선된 흐름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 화면 12장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42416" y="502920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99352" y="502920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5인 사용성 테스트로 흐름이 실제로 개선됐는지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없음 — 보기에 괜찮다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학기 중 쓰게 될 네 가지 도구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외울 필요는 없습니다. 해당 주차에 직접 만들면서 익힙니다.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나온 여러 사람을 하나의 구체적인 인물로 압축한 것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5786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인물이 겪는 시간 흐름과 각 단계의 감정·문제를 한 장에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670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43814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7490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보는 앞단과 그것을 떠받치는 뒤편을 같이 그린 것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5295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2976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프로토타입 · 사용성 테스트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60857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만든 흐름이 실제로 통하는지 5명에게 시켜 보고 기록하는 것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3891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모두 '내 판단'이 아니라 '수집한 근거'로 채워야 의미가 있습니다.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영역에서 다루나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특정 회사 사례가 아니라, 여러분이 고를 수 있는 문제의 유형입니다.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· 행정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민원 창구, 복지 신청, 공공시설 이용 절차. 이해관계자가 많고 규정이 있어 제약 조건을 다루는 연습이 됩니다. 관찰과 섭외가 비교적 쉽습니다.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· 돌봄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외래 진료, 처방과 수령, 보호자 동선. 감정의 진폭이 커서 저니맵을 그렸을 때 문제 지점이 뚜렷하게 드러납니다. 윤리적 주의가 필요합니다.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생활 · 리테일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이용, 배송과 반품, 구독 해지. 여러분이 직접 사용자여서 접근이 쉽고 인터뷰 대상자를 구하기 수월합니다. 다만 흔한 주제가 되기 쉽습니다.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영역 모두 캠퍼스 안팎에서 실제 대상자를 만날 수 있는지가 선택 기준입니다.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수업이 끝나는 지점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뒤 여러분이 벽에 붙일 B0 패널 한 장. 그것이 무엇으로 평가되는지 먼저 봅니다.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패널은 이렇게 읽힙니다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심사위원과 관람객이 한 장 앞에 머무는 시간은 길지 않습니다.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밖에서 무엇에 관한 것인지 보이는가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제목과 대표 이미지만으로 주제가 전달되어야 합니다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13주차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문제가 한 문장으로 있는가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'무엇을 개선했다'가 아니라 '무엇이 문제였다'가 먼저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보이는가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→ 정의 → 컨셉 → 검증의 흔적이 지면에 남아 있어야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4–12주차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확인되는가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 화면·수치·인용 중 하나로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인쇄가 제대로 되었는가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· 300dpi · 도련. 이건 노력이 아니라 규칙입니다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과제로 모아 올 레퍼런스 패널 5점을 이 다섯 항목으로 평가해 보세요.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패널과 안 읽히는 패널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패널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97016" y="1481328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읽히는 패널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하나가 크게, 대표 이미지 하나가 크게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크기의 이미지 20개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42416" y="290779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699352" y="290779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시선 순서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어디부터 읽을지 명확 — 위계가 세 단계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시선 순서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요소가 같은 굵기와 크기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56616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56616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문장, 캡션이 이미지를 설명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본문이 논문처럼 길다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4224528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4224528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덩어리 사이가 비어 있어 숨을 쉰다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 없이 가장자리까지 채움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8828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8828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42416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리서치·검증 근거가 작게라도 있다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937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99352" y="51755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화면만 나열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60분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영역을 문장으로 만들고, 레퍼런스 패널을 다섯 항목으로 분석합니다.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진행 — 60분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단계가 끝날 때마다 손을 들게 해서 진도를 확인합니다.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쏟아내기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6개월 안에 겪은 불편을 20개 적습니다. 좋은 것을 고르려 하지 말고 일단 양을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개로 좁히기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20개 중 ① 내가 계속 관심 갈 것 ② 대상자를 만날 수 있을 것 두 조건으로 3개를 고릅니다.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문장으로 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'누가 / 언제 / 무엇 때문에 불편한가'를 각각 한 문장으로 씁니다. 분야 이름은 답이 아닙니다.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패널 분석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가져온 패널 이미지를 앞의 다섯 항목으로 채점하고, 가장 잘된 한 장의 이유를 적습니다.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수업 24시간 전까지 게시판에 올립니다.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3개가 각각 한 문장으로 쓰여 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문장에 '누가'가 들어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문장에 '언제·어떤 상황에서'가 들어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분야 이름(헬스케어, 교육 등)으로만 쓰지 않았다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5점의 이미지가 첨부되어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5점 각각에 무엇이 먼저 읽혔는지 한 줄 메모가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잘된 한 장을 고르고 이유를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파일명이 '학번_이름_1주차' 형식이다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제출물은 2주차 1:1 상담의 자료로 그대로 씁니다. 안 가져오면 상담이 성립하지 않습니다.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 40분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오늘은 평가가 아니라 서로의 관심 영역을 듣고 질문하는 자리입니다.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크리틱은 이렇게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4주차부터 본격적인 크리틱이 시작됩니다. 오늘은 연습입니다.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말한다 (1분)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중 가장 마음이 가는 하나를 골라 왜 그런지 말합니다. 준비된 말이 아니어도 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묻는다 (2분)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사람은 평가하지 않고 질문만 합니다. '그건 누가 겪는 일인가요?' '얼마나 자주 일어나나요?'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적는다 (1분)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질문 중 답하지 못한 것을 그대로 적어 둡니다. 그게 2주차 리서치의 출발점이 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답을 못 한 질문이 많을수록 좋은 주제입니다. 이미 다 아는 문제는 조사할 것이 없습니다.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28255" y="822960"/>
            <a:ext cx="4023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주까지 해올 것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70662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07008" y="2670048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3개를 각각 한 문장으로 적어 온다 (분야가 아니라 '불편'으로)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7355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73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07008" y="3236976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레퍼런스 전시 패널 5점을 수집하고, 각각 무엇이 먼저 읽혔는지 메모한다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40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07008" y="3803904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 계정을 만들고 교육 플랜을 신청한다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00016"/>
            <a:ext cx="713232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8289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관심 영역 3개 · 레퍼런스 전시 패널 5점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266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오리엔테이션 &amp; 서비스디자인 개관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2026-08-26T04:42:18Z</dcterms:created>
  <dcterms:modified xsi:type="dcterms:W3CDTF">2026-08-26T04:42:18Z</dcterms:modified>
</cp:coreProperties>
</file>