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한 문장을 칠판에 적어두고 학기 내내 지운 채로 두지 말 것. 매주 여기로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3시간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9383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8689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479945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72999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666053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25910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서비스디자인이 무엇을 다루는 일인지 설명할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UI 디자인과의 관계를 자기 말로 구분해서 말할 수 있는 수준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15주 흐름과 평가 기준을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하는지, 무엇으로 평가받는지 파악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패널이 무엇을 요구하는 형식인지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구조라는 제약을 이해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관심 영역을 세 개로 좁힐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주제 후보 도출의 출발점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'내가 발견한 문제'를 '남이 이해할 수 있는 서비스'로 만들어, 전시 패널 한 장으로 설득한다.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— 우리가 지나갈 네 구간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평가는 이렇게 나뉩니다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서비스디자인이란 무엇인가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· UX · 서비스디자인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서비스디자인의 네 가지 태도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서비스는 눈에 보이지 않습니다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사례로 보는 서비스디자인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서비스 — 병원 외래 진료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10911535" cy="1024128"/>
          </a:xfrm>
          <a:prstGeom prst="roundRect">
            <a:avLst>
              <a:gd name="adj" fmla="val 714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6986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6170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3893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63077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 앱 — 송금이라는 짧은 경험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10911535" cy="1024128"/>
          </a:xfrm>
          <a:prstGeom prst="roundRect">
            <a:avLst>
              <a:gd name="adj" fmla="val 714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6986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6170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3893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63077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커넥티드 서비스 — 스마트홈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10911535" cy="1024128"/>
          </a:xfrm>
          <a:prstGeom prst="roundRect">
            <a:avLst>
              <a:gd name="adj" fmla="val 714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6986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6170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3893" y="2944368"/>
            <a:ext cx="3417722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63077" y="32552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 — 졸업 전시 패널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패널은 발표 자료가 아닙니다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관심 영역 찾기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4096512"/>
          </a:xfrm>
          <a:prstGeom prst="roundRect">
            <a:avLst>
              <a:gd name="adj" fmla="val 1786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99262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