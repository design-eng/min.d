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강의가 거의 없는 주다. 아래 개념 슬라이드는 워크시트 작성 전 10분 안에 빠르게 훑고 넘어간다. 설명이 길어지면 상담 시간이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 상담 50분에 20명은 한 명당 2분 30초다. 워크시트를 다 쓴 학생부터 부르고, 나머지는 계속 작성하게 해 대기 시간을 없앨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1번이 오늘의 핵심. 워크시트의 절반이 여기에 쓰인다.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빠르게 넘길 것. 오늘의 시간은 상담에 써야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형용사로 자기를 설명하는 습관을 여기서 깨야 한다. 예시를 하나 더 즉석에서 만들어 보여주면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T(위협)를 '경쟁자'로만 이해하면 안 된다. '누구나 하는 것'으로 읽어야 분량 배분에 쓸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짧게. 상담에서 개별로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실내·산업디자인 전공이라 제품·공간이 중심이지만 UX로 지원하는 학생도 있다. 걸쳐 있는 학생은 상담에서 개별로 정리해줄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오른쪽이 틀린 게 아니라 '제품 직무에는 맞는데 UX 직무에는 안 맞는다'는 점을 분명히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4번을 학생들이 가장 어려워한다. 상담에서 '이건 빼는 게 낫겠다'를 한 번씩 짚어주면 이후 진도가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작업 목록에서 '넣을 만한 게 없다'는 반응이 나온다. 완성도를 따지지 말라고 반복해서 말할 것 — 3주차 이후에 다시 만들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준비 없이 온 학생은 워크시트를 마저 쓰고 다시 오라고 돌려보내는 편이 결과적으로 낫다.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'빼기로 한 것'을 요구하는 것이 이 체크리스트의 핵심 장치다.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목표 직무를 두세 개로 남겨두려는 학생이 많다. 하나로 좁혀야 3주차 벤치마킹 대상이 정해진다는 점을 강조할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 역량 분석 및 방향 설정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자신의 강점과 관심 분야를 객관적으로 진단하고,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목표 직무를 정합니다.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워크시트 20분 · 1:1 상담 50분 · 공유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자기분석 워크시트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 20분 · 1:1 상담 50분 · 공유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역량 진단 워크시트 작성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00:20–01:10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상담 및 방향 설정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상담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공유 및 피드백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강점 3개가 각각 어떤 작업으로 증명되는지 말할 수 있고, 목표 직무가 하나로 정해집니다.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자신의 강점을 증거와 짝지어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'꼼꼼하다'가 아니라 '어느 작업에서 무엇을 했다'로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 직무를 하나로 좁힐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직무가 정해져야 넣을 프로젝트가 정해집니다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직무별로 무엇을 요구하는지 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작업도 직무에 따라 다르게 서술해야 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포트폴리오의 방향을 한 문장으로 쓸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스토리라인의 출발점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나를 객관적으로 보기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워크시트를 채우기 전에 짚고 갈 것. 10분 안에 끝냅니다.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강점은 잘하는 것이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증명할 수 있는 것입니다.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"손이 빠릅니다"는 강점이 아닙니다. "3주짜리 과제를 2주에 끝내고 남은 주에 대안 두 개를 더 만들었습니다"가 강점입니다. 증거가 없으면 워크시트에 적지 마세요.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SWOT을 포트폴리오 맥락으로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일반적인 SWOT이 아니라, '무엇을 포트폴리오에 넣을까'를 묻는 도구로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증거가 되는 작업이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강점 옆에 그것을 보여줄 프로젝트 이름을 적습니다. 짝이 없는 강점은 지웁니다.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약점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증거가 없는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숨기는 대신 학기 중에 채울지, 아예 안 다룰지를 정합니다.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요구하는데 내가 조금이라도 해본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학기 중에 키울 부분입니다.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위협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직무 지원자 대부분이 갖고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이걸로는 차별화가 안 되므로 분량을 줄입니다.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S와 O에 적힌 것이 포트폴리오의 중심이 됩니다. T에 적힌 것은 넣되 짧게.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 직무 정하기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직무가 정해져야 무엇을 넣고 뺄지 판단할 수 있습니다.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직무별로 무엇을 보나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프로젝트도 직무에 따라 다른 부분을 앞세워야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UX · 서비스 디자이너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과정과 판단 근거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리서치에서 문제를 어떻게 정의했는가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대안을 비교하고 고른 이유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— 테스트하고 고친 흔적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완성도보다 논리를 먼저 봅니다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제품 · 공간 디자이너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형태와 실현 가능성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스케치에서 완성까지의 전개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 · 구조 · 치수에 대한 판단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목업 · 시제품 · 도면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만들어질 수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그래픽 · 편집 디자이너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조형력과 일관성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타이포그래피와 그리드 운용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시리즈로 전개되는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출력 결과물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디테일의 완성도를 봅니다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학과 특성상 둘 이상에 걸치는 경우가 많습니다. 그럴수록 '대표로 내세울 하나'를 정해야 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직무에 맞춘 서술과 아닌 서술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프로젝트를 UX 직무에 맞춰 다시 쓴 예입니다.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직무에 맞춘 서술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직무와 어긋난 서술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관찰에서 찾은 문제 한 문장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렌더링 이미지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 3안과 버린 이유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공정 사진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테스트에서 무엇이 나아졌는가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목업 사진 여러 장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60% · 결과 40%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90%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DIRECTION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방향 설정 기준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 마지막 칸에 이 문장을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누구에게 보여줄 것인가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회사 유형. '모두에게'는 답이 아닙니다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증명할 것인가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3개. 각각 증거가 되는 작업과 짝지어져 있어야 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 인상으로 남을 것인가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정교한 사람 · 빠른 사람 · 실험적인 사람 중 하나를 고릅니다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넣지 않을 것인가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빼는 결정이 넣는 결정보다 어렵고 더 중요합니다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 — 「나는 (목표 직무)에게 (강점 3개)를 (인상)으로 보여주는 포트폴리오를 만든다」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역량 진단 워크시트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 · 개인 — 다 쓴 사람부터 상담을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목록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 한 모든 작업을 적습니다. 학교 과제 · 개인 작업 · 알바 · 동아리까지. 완성도는 따지지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SWOT 채우기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칸을 채웁니다. S에는 반드시 증거 작업 이름을 함께 적습니다.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 고르기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 하나를 고르고, 그 직무가 요구하는 것과 내 S·O를 대조합니다.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방향 문장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앞의 4기준으로 방향 문장 한 줄을 씁니다. 이 문장을 들고 상담에 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TUTORING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상담 때 이것만 가져오세요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없이 오면 '뭘 하면 좋을까요' 대화로 끝납니다.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목록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적어온 목록 그대로. 화면으로 보여주세요. 목록이 있으면 상담이 구체적인 선택 이야기로 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방향 문장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완성되지 않아도 됩니다. 쓰다 막힌 지점을 표시해 오면 그 부분을 같이 풉니다.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결정하고 싶은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'직무를 정하고 싶다' '두 작업 중 뭘 넣을지 모르겠다'처럼 하나를 정해 오세요.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시간은 한 명당 길지 않습니다. 준비된 만큼만 깊이 들어갈 수 있습니다.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내용을 반영해 3주차 전까지 올립니다.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목록이 10개 이상이다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 네 칸이 모두 채워져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3개에 각각 증거 작업이 짝지어져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형용사만으로 쓴 강점이 없다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하나로 정해져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직무를 고른 이유가 세 문장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문장이 한 줄로 쓰여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빼기로 한 것이 무엇인지 적혀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항목이 비어 있으면 아직 방향이 정해지지 않은 것입니다.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3주차는 오늘 정한 방향으로 사례를 분석합니다.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자기분석 워크시트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상담에서 나온 지적을 반영해 다시 씁니다. 강점 3개는 각각 '증거가 되는 작업'과 짝지어야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 직무 1개 확정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· 제품 · 공간 등 하나를 고르고, 왜 그 직무인지 세 문장으로 적습니다.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 포트폴리오 벤치마킹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 요소 비교 — 표지 · 소개 · 프로젝트 · 마무리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전략 유형 분류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 포인트 도출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그룹 분석과 토론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1주차 스크랩 3개 · 자기분석 워크시트 · 목표 직무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2주차 자기 역량 분석 및 방향 설정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2026-08-31T11:45:55Z</dcterms:created>
  <dcterms:modified xsi:type="dcterms:W3CDTF">2026-08-31T11:45:55Z</dcterms:modified>
</cp:coreProperties>
</file>