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워크시트 30분 · 1:1 상담 50분 · 공유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30분 · 1:1 상담 50분 · 공유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 과제 확인 · 오늘 진행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00:10–00:40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역량 진단 워크시트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00:40–00:50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