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역량 분석 및 방향 설정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워크시트 20분 · 1:1 상담 50분 · 공유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20분 · 1:1 상담 50분 · 공유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역량 진단 워크시트 작성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강점 3개가 각각 어떤 작업으로 증명되는지 말할 수 있고, 목표 직무가 하나로 정해집니다.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나를 객관적으로 보기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SWOT을 포트폴리오 맥락으로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약점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위협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정하기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직무별로 무엇을 보나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직무에 맞춘 서술과 아닌 서술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역량 진단 워크시트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다 쓴 사람부터 상담을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때 이것만 가져오세요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