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포트폴리오제작 두 번째 시간입니다.
지난주에 포트폴리오가 어디서 어떻게 읽히는지 봤습니다. 오늘은 방향을 돌려서, 여러분 자신을 봅니다.
포트폴리오는 결국 '나는 이런 사람입니다'를 증명하는 문서인데, 그 '이런 사람'이 뭔지 스스로 정하지 않으면 작업만 나열하게 됩니다.
오늘 두 시간의 대부분은 여러분이 쓰고 저와 이야기하는 시간입니다. 강의는 짧습니다. 대신 워크시트를 다 쓰신 분부터 1:1 상담을 시작하니, 앞에 30분에 집중해 주세요.
[운영 메모]
오늘은 강의가 거의 없는 주다. 아래 개념 슬라이드는 워크시트 작성 전 10분 안에 빠르게 훑고 넘어간다. 설명이 길어지면 상담 시간이 사라진다.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먼저 자기를 객관적으로 보는 것부터 합니다.
이게 생각보다 어렵습니다. 자기 작업은 너무 가까이 있어서 뭐가 강점인지 잘 안 보이거든요.
[운영 메모]
빠르게 넘길 것. 오늘의 시간은 상담에 써야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오늘 가장 중요한 문장입니다.
강점은 잘하는 것이 아니라 증명할 수 있는 것입니다.
스스로 '나는 색감이 좋다'고 생각하셔도, 그걸 보여줄 작업이 없으면 포트폴리오에서는 강점이 아닙니다. 반대로 별로 대단하지 않다고 생각한 것도 증거가 세 개 있으면 강점이 됩니다.
그래서 오늘 워크시트에서 강점을 쓸 때마다 '어느 작업이 증거인가'를 옆에 적으실 겁니다. 짝이 없는 강점은 지웁니다.
[운영 메모]
학생들이 형용사로 자기를 설명하는 습관을 여기서 깨야 한다. 예시를 하나 더 즉석에서 만들어 보여주면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SWOT은 다들 아실 텐데, 오늘은 일반적인 SWOT이 아닙니다. '무엇을 포트폴리오에 넣을까'를 묻는 도구로 씁니다.
강점 칸에는 반드시 증거 작업 이름을 함께 적으세요. 이름이 안 적히면 그건 강점이 아니라 희망입니다.
단점 칸은 감추려고 쓰는 게 아니라, 이번 학기에 뭘 보완할지 정하려고 씁니다. 예를 들어 '리서치 서술이 약하다'가 단점이면 6주차 콘텐츠 구조화에서 거기에 시간을 더 쓰시면 됩니다.
기회와 위협은 시장 쪽입니다. 지금 어떤 직무에 자리가 있는지, 내 강점과 겹치는 사람이 얼마나 많은지.
네 칸 중에 강점 칸이 제일 오래 걸립니다. 거기에 시간을 쓰세요.
[운영 메모]
T(위협)를 '경쟁자'로만 이해하면 안 된다. '누구나 하는 것'으로 읽어야 분량 배분에 쓸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이제 목표 직무를 정하겠습니다.
'아직 잘 모르겠는데요'라고 하실 분들 계실 겁니다. 괜찮습니다. 다만 오늘은 하나 고르고 가셔야 합니다. 나중에 바꾸셔도 됩니다.
안 정하고 가면 앞으로 13주 동안 모든 결정이 흐려집니다.
[운영 메모]
짧게. 상담에서 개별로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직무마다 같은 프로젝트에서 보는 곳이 다릅니다.
UX나 서비스 디자이너 쪽은 과정을 봅니다. 왜 그렇게 결정했는지, 사용자를 어떻게 이해했는지요. 결과 이미지보다 판단의 근거가 중요합니다.
제품이나 공간 디자이너는 구현과 완성도를 봅니다. 실제로 만들어질 수 있는지, 재료와 치수를 다뤄봤는지.
그래픽이나 편집 디자이너는 조형 감각과 타이포그래피를 먼저 봅니다. 첫인상에서 거의 결정됩니다.
중요한 건 — 같은 프로젝트라도 어느 직무에 내느냐에 따라 앞세울 부분이 달라진다는 겁니다. 프로젝트를 새로 만드는 게 아니라 편집을 다르게 하는 거예요.
[운영 메모]
실내·산업디자인 전공이라 제품·공간이 중심이지만 UX로 지원하는 학생도 있다. 걸쳐 있는 학생은 상담에서 개별로 정리해줄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같은 프로젝트를 UX 직무에 맞춰 다시 쓴 예를 보겠습니다.
왼쪽과 오른쪽을 비교해 보세요. 앞세우는 것이 다르고, 과정 서술의 분량이 다르고, 결과 이미지의 비중이 다릅니다.
오른쪽이 틀린 게 아닙니다. 그래픽 직무에는 오른쪽이 맞을 수도 있어요. 다만 UX 직무에 오른쪽을 내면 '이 사람은 왜 그렇게 했는지 설명을 못하는구나'로 읽힙니다.
여러분이 오늘 직무를 정하시면, 앞으로 만들 페이지들의 분량 배분이 여기서 정해집니다.
[운영 메모]
오른쪽이 틀린 게 아니라 '제품 직무에는 맞는데 UX 직무에는 안 맞는다'는 점을 분명히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워크시트 마지막 칸에 쓸 방향 문장입니다. 네 가지를 답하시면 됩니다.
누구에게 보여줄 것인가 — 오늘 정한 직무의 채용 담당자입니다.
무엇을 증명할 것인가 — 아까 증거와 짝지은 강점 세 개 중 가장 강한 것.
어떤 인상으로 남을 것인가 — 한 단어로요. '꼼꼼한'도 좋고 '실험적인'도 좋습니다.
그리고 마지막이 제일 중요합니다. 무엇을 넣지 않을 것인가. 뺄 것을 정하지 않으면 포트폴리오가 계속 불어납니다.
이 네 줄이 앞으로 13주 동안 '이거 넣을까 말까' 고민될 때마다 기준이 됩니다.
[운영 메모]
4번을 학생들이 가장 어려워한다. 상담에서 '이건 빼는 게 낫겠다'를 한 번씩 짚어주면 이후 진도가 빨라진다.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자, 30분 워크시트 실습입니다.
먼저 9분. 지금까지 한 모든 작업을 적으세요. 학교 과제, 개인 작업, 알바, 동아리까지. 완성도는 따지지 마시고 일단 다 적습니다. 10개는 나와야 합니다.
다음 9분. SWOT 네 칸을 채웁니다. 강점 칸에는 반드시 증거 작업 이름을 함께 적으세요.
다음 7분. 목표 직무를 하나 고르고, 그 직무가 요구하는 것과 내 강점을 대조합니다.
마지막 5분. 앞의 네 기준으로 방향 문장을 한 줄 씁니다. 이 문장을 들고 상담에 오시는 겁니다.
다 쓰신 분은 손 들어 주세요. 순서대로 부르겠습니다.
[운영 메모]
작업 목록에서 '넣을 만한 게 없다'는 반응이 나온다. 완성도를 따지지 말라고 반복해서 말할 것 — 3주차 이후에 다시 만들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상담 때 세 가지만 가져오시면 됩니다.
작업 목록, 방향 문장, 그리고 결정하고 싶은 것.
세 번째가 중요합니다. '뭘 하면 좋을까요'라고 물으시면 제가 답할 수 있는 게 없습니다. '이 두 작업 중에 뭘 넣을지 모르겠다'처럼 구체적으로 가져오시면 10분 안에 결론이 납니다.
상담은 1인당 5분 안팎입니다. 짧습니다. 그래서 준비가 결과를 정합니다.
[운영 메모]
준비 없이 온 학생은 워크시트를 마저 쓰고 다시 오라고 돌려보내는 편이 결과적으로 낫다.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제출물 체크리스트입니다. 상담 내용을 반영해서 3주차 전까지 올려 주세요.
여섯 개 중에 세 번째와 네 번째를 보세요. 강점 3개에 각각 증거 작업이 짝지어져 있는가, 그리고 형용사만으로 쓴 강점이 없는가.
'꼼꼼하다', '감각적이다' 같은 형용사만 있으면 그건 아직 강점이 아닙니다. 어떤 작업에서 그게 드러났는지가 있어야 합니다.
그리고 다섯 번째 — 목표 직무가 하나로 정해져 있어야 합니다. 둘을 남겨 오시면 3주차 벤치마킹에서 뭘 기준으로 볼지 정할 수 없습니다.
[운영 메모]
'빼기로 한 것'을 요구하는 것이 이 체크리스트의 핵심 장치다.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정리하겠습니다.
과제는 두 가지입니다. 자기분석 워크시트 완성본, 그리고 목표 직무 하나 확정.
워크시트는 오늘 상담에서 나온 지적을 반영해 다시 쓰시는 겁니다. 특히 강점 세 개는 각각 증거가 되는 작업과 짝지어야 합니다. 짝이 없으면 그 강점은 못 씁니다.
목표 직무는 하나로 좁히시고, 왜 그 직무인지 세 문장으로 적어 주세요. 세 문장이 안 나오면 아직 안 정해진 겁니다.
다음 주는 우수 포트폴리오 벤치마킹입니다. 1주차에 스크랩하신 세 개를 다시 꺼내서, 이번엔 조별로 뜯어봅니다. 그러니 스크랩 자료를 꼭 가지고 오세요.
질문 있으신 분?
[운영 메모]
목표 직무를 두세 개로 남겨두려는 학생이 많다. 하나로 좁혀야 3주차 벤치마킹 대상이 정해진다는 점을 강조할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  ·  PHASE 1 방향 정하기와 계획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자기 역량 분석 및 방향 설정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자신의 강점과 관심 분야를 객관적으로 진단하고,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목표 직무를 정합니다.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자기분석 워크시트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나를 객관적으로 보기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워크시트를 채우기 전에 짚고 갈 것. 10분 안에 끝냅니다.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강점은 잘하는 것이 아니라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증명할 수 있는 것입니다.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"손이 빠릅니다"는 강점이 아닙니다. "3주짜리 과제를 2주에 끝내고 남은 주에 대안 두 개를 더 만들었습니다"가 강점입니다. 증거가 없으면 워크시트에 적지 마세요.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WEEK 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SWOT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SWOT을 포트폴리오 맥락으로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일반적인 SWOT이 아니라, '무엇을 포트폴리오에 넣을까'를 묻는 도구로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증거가 되는 작업이 있는 것.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강점 옆에 그것을 보여줄 프로젝트 이름을 적습니다. 짝이 없는 강점은 지웁니다.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증거가 없는 것.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숨기는 대신 학기 중에 채울지, 아예 안 다룰지를 정합니다.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직무가 요구하는데 내가 조금이라도 해본 것.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여기가 학기 중에 키울 부분입니다.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위협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직무 지원자 대부분이 갖고 있는 것.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이걸로는 차별화가 안 되므로 분량을 줄입니다.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S와 O에 적힌 것이 포트폴리오의 중심이 됩니다. T에 적힌 것은 넣되 짧게.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2주차 자기 역량 분석 및 방향 설정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 직무 정하기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직무가 정해져야 무엇을 넣고 뺄지 판단할 수 있습니다.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직무별로 무엇을 보나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프로젝트도 직무에 따라 다른 부분을 앞세워야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UX · 서비스 디자이너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과정과 판단 근거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리서치에서 문제를 어떻게 정의했는가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대안을 비교하고 고른 이유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— 테스트하고 고친 흔적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완성도보다 논리를 먼저 봅니다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제품 · 공간 디자이너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형태와 실현 가능성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스케치에서 완성까지의 전개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· 구조 · 치수에 대한 판단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목업 · 시제품 · 도면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만들어질 수 있는가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그래픽 · 편집 디자이너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조형력과 일관성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타이포그래피와 그리드 운용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시리즈로 전개되는 일관성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출력 결과물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디테일의 완성도를 봅니다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학과 특성상 둘 이상에 걸치는 경우가 많습니다. 그럴수록 '대표로 내세울 하나'를 정해야 합니다.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2주차 자기 역량 분석 및 방향 설정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직무에 맞춘 서술과 아닌 서술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프로젝트를 UX 직무에 맞춰 다시 쓴 예입니다.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27632"/>
            <a:ext cx="5254600" cy="640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직무에 맞춘 서술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7016" y="1627632"/>
            <a:ext cx="5254600" cy="3419856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직무와 어긋난 서술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앞세우는 것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관찰에서 찾은 문제 한 문장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앞세우는 것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렌더링 이미지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대안 3안과 버린 이유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공정 사진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테스트에서 무엇이 나아졌는가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목업 사진 여러 장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42416" y="437083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9352" y="437083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분량 배분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42416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 60% · 결과 40%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99352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분량 배분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99352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90%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2주차 자기 역량 분석 및 방향 설정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DIRECTION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포트폴리오 방향 설정 기준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워크시트 마지막 칸에 이 문장을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누구에게 보여줄 것인가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직무와 회사 유형. '모두에게'는 답이 아닙니다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증명할 것인가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 3개. 각각 증거가 되는 작업과 짝지어져 있어야 합니다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어떤 인상으로 남을 것인가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정교한 사람 · 빠른 사람 · 실험적인 사람 중 하나를 고릅니다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넣지 않을 것인가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빼는 결정이 넣는 결정보다 어렵고 더 중요합니다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 문장 — 「나는 (목표 직무)에게 (강점 3개)를 (인상)으로 보여주는 포트폴리오를 만든다」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2주차 자기 역량 분석 및 방향 설정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역량 진단 워크시트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작업 — 다 쓴 사람부터 상담을 시작합니다.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작업 목록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 한 모든 작업을 적습니다. 학교 과제 · 개인 작업 · 알바 · 동아리까지. 완성도는 따지지 않습니다.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SWOT 채우기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7977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칸을 채웁니다. S에는 반드시 증거 작업 이름을 함께 적습니다.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직무 고르기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7490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직무 하나를 고르고, 그 직무가 요구하는 것과 내 S·O를 대조합니다.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방향 문장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71830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앞의 4기준으로 방향 문장 한 줄을 씁니다. 이 문장을 들고 상담에 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2주차 자기 역량 분석 및 방향 설정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TUTORING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상담 때 이것만 가져오세요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없이 오면 '뭘 하면 좋을까요' 대화로 끝납니다.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작업 목록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적어온 목록 그대로. 화면으로 보여주세요. 목록이 있으면 상담이 구체적인 선택 이야기로 갑니다.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방향 문장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완성되지 않아도 됩니다. 쓰다 막힌 지점을 표시해 오면 그 부분을 같이 풉니다.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결정하고 싶은 것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'직무를 정하고 싶다' '두 작업 중 뭘 넣을지 모르겠다'처럼 하나를 정해 오세요.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시간은 한 명당 길지 않습니다. 준비된 만큼만 깊이 들어갈 수 있습니다.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2주차 자기 역량 분석 및 방향 설정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내용을 반영해 3주차 전까지 올립니다.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목록이 10개 이상이다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SWOT 네 칸이 모두 채워져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 3개에 각각 증거 작업이 짝지어져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형용사만으로 쓴 강점이 없다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직무가 하나로 정해져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직무를 고른 이유가 세 문장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 문장이 한 줄로 쓰여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빼기로 한 것이 무엇인지 적혀 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항목이 비어 있으면 아직 방향이 정해지지 않은 것입니다.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2주차 자기 역량 분석 및 방향 설정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3주차는 오늘 정한 방향으로 사례를 분석합니다.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자기분석 워크시트 완성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상담에서 나온 지적을 반영해 다시 씁니다. 강점 3개는 각각 '증거가 되는 작업'과 짝지어야 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 직무 1개 확정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UX · 서비스 · 제품 · 공간 등 하나를 고르고, 왜 그 직무인지 세 문장으로 적습니다.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3주차 수업 전까지 · 클래스룸 업로드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우수 포트폴리오 벤치마킹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 요소 비교 — 표지 · 소개 · 프로젝트 · 마무리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스토리텔링 전략 유형 분류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차별화 포인트 도출 방법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그룹 분석과 토론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스크랩 3개 · 자기분석 워크시트 · 목표 직무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2주차 자기 역량 분석 및 방향 설정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2주차 자기 역량 분석 및 방향 설정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2026-10-06T13:04:13Z</dcterms:created>
  <dcterms:modified xsi:type="dcterms:W3CDTF">2026-10-06T13:04:13Z</dcterms:modified>
</cp:coreProperties>
</file>