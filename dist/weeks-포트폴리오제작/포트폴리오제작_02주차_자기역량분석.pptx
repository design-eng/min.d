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 50분에 20명은 한 명당 2분 30초다. 워크시트를 다 쓴 학생부터 부르고, 나머지는 계속 작성하게 해 대기 시간을 없앨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1번이 오늘의 핵심. 워크시트의 절반이 여기에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역량 분석 및 방향 설정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워크시트 20분 · 1:1 상담 50분 · 공유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20분 · 1:1 상담 50분 · 공유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역량 진단 워크시트 작성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 및 방향 설정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상담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공유 및 피드백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강점 3개가 각각 어떤 작업으로 증명되는지 말할 수 있고, 목표 직무가 하나로 정해집니다.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자신의 강점을 증거와 짝지어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'꼼꼼하다'가 아니라 '어느 작업에서 무엇을 했다'로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직무를 하나로 좁힐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넣을 프로젝트가 정해집니다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작업도 직무에 따라 다르게 서술해야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포트폴리오의 방향을 한 문장으로 쓸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스토리라인의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나를 객관적으로 보기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SWOT을 포트폴리오 맥락으로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위협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직무별로 무엇을 보나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서술과 아닌 서술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방향 설정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역량 진단 워크시트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다 쓴 사람부터 상담을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상담 때 이것만 가져오세요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4681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