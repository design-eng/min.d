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두 번째 시간입니다.
지난주에 포트폴리오가 어디서 어떻게 읽히는지 봤습니다. 오늘은 방향을 돌려서, 여러분 자신을 봅니다.
포트폴리오는 결국 '나는 이런 사람입니다'를 증명하는 문서인데, 그 '이런 사람'이 뭔지 스스로 정하지 않으면 작업만 나열하게 됩니다.
오늘 두 시간의 대부분은 여러분이 쓰고 저와 이야기하는 시간입니다. 강의는 짧습니다. 대신 워크시트를 다 쓰신 분부터 1:1 상담을 시작하니, 앞에 30분에 집중해 주세요.
[운영 메모]
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자기를 객관적으로 보는 것부터 합니다.
이게 생각보다 어렵습니다. 자기 작업은 너무 가까이 있어서 뭐가 강점인지 잘 안 보이거든요.
[운영 메모]
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가장 중요한 문장입니다.
강점은 잘하는 것이 아니라 증명할 수 있는 것입니다.
스스로 '나는 색감이 좋다'고 생각하셔도, 그걸 보여줄 작업이 없으면 포트폴리오에서는 강점이 아닙니다. 반대로 별로 대단하지 않다고 생각한 것도 증거가 세 개 있으면 강점이 됩니다.
그래서 오늘 워크시트에서 강점을 쓸 때마다 '어느 작업이 증거인가'를 옆에 적으실 겁니다. 짝이 없는 강점은 지웁니다.
[운영 메모]
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SWOT은 다들 아실 텐데, 오늘은 일반적인 SWOT이 아닙니다. '무엇을 포트폴리오에 넣을까'를 묻는 도구로 씁니다.
강점 칸에는 반드시 증거 작업 이름을 함께 적으세요. 이름이 안 적히면 그건 강점이 아니라 희망입니다.
단점 칸은 감추려고 쓰는 게 아니라, 이번 학기에 뭘 보완할지 정하려고 씁니다. 예를 들어 '리서치 서술이 약하다'가 단점이면 6주차 콘텐츠 구조화에서 거기에 시간을 더 쓰시면 됩니다.
기회와 위협은 시장 쪽입니다. 지금 어떤 직무에 자리가 있는지, 내 강점과 겹치는 사람이 얼마나 많은지.
네 칸 중에 강점 칸이 제일 오래 걸립니다. 거기에 시간을 쓰세요.
[운영 메모]
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이제 목표 직무를 정하겠습니다.
'아직 잘 모르겠는데요'라고 하실 분들 계실 겁니다. 괜찮습니다. 다만 오늘은 하나 고르고 가셔야 합니다. 나중에 바꾸셔도 됩니다.
안 정하고 가면 앞으로 13주 동안 모든 결정이 흐려집니다.
[운영 메모]
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직무마다 같은 프로젝트에서 보는 곳이 다릅니다.
UX나 서비스 디자이너 쪽은 과정을 봅니다. 왜 그렇게 결정했는지, 사용자를 어떻게 이해했는지요. 결과 이미지보다 판단의 근거가 중요합니다.
제품이나 공간 디자이너는 구현과 완성도를 봅니다. 실제로 만들어질 수 있는지, 재료와 치수를 다뤄봤는지.
그래픽이나 편집 디자이너는 조형 감각과 타이포그래피를 먼저 봅니다. 첫인상에서 거의 결정됩니다.
중요한 건 — 같은 프로젝트라도 어느 직무에 내느냐에 따라 앞세울 부분이 달라진다는 겁니다. 프로젝트를 새로 만드는 게 아니라 편집을 다르게 하는 거예요.
[운영 메모]
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프로젝트를 UX 직무에 맞춰 다시 쓴 예를 보겠습니다.
왼쪽과 오른쪽을 비교해 보세요. 앞세우는 것이 다르고, 과정 서술의 분량이 다르고, 결과 이미지의 비중이 다릅니다.
오른쪽이 틀린 게 아닙니다. 그래픽 직무에는 오른쪽이 맞을 수도 있어요. 다만 UX 직무에 오른쪽을 내면 '이 사람은 왜 그렇게 했는지 설명을 못하는구나'로 읽힙니다.
여러분이 오늘 직무를 정하시면, 앞으로 만들 페이지들의 분량 배분이 여기서 정해집니다.
[운영 메모]
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워크시트 마지막 칸에 쓸 방향 문장입니다. 네 가지를 답하시면 됩니다.
누구에게 보여줄 것인가 — 오늘 정한 직무의 채용 담당자입니다.
무엇을 증명할 것인가 — 아까 증거와 짝지은 강점 세 개 중 가장 강한 것.
어떤 인상으로 남을 것인가 — 한 단어로요. '꼼꼼한'도 좋고 '실험적인'도 좋습니다.
그리고 마지막이 제일 중요합니다. 무엇을 넣지 않을 것인가. 뺄 것을 정하지 않으면 포트폴리오가 계속 불어납니다.
이 네 줄이 앞으로 13주 동안 '이거 넣을까 말까' 고민될 때마다 기준이 됩니다.
[운영 메모]
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자, 30분 워크시트 실습입니다.
먼저 9분. 지금까지 한 모든 작업을 적으세요. 학교 과제, 개인 작업, 알바, 동아리까지. 완성도는 따지지 마시고 일단 다 적습니다. 10개는 나와야 합니다.
다음 9분. SWOT 네 칸을 채웁니다. 강점 칸에는 반드시 증거 작업 이름을 함께 적으세요.
다음 7분. 목표 직무를 하나 고르고, 그 직무가 요구하는 것과 내 강점을 대조합니다.
마지막 5분. 앞의 네 기준으로 방향 문장을 한 줄 씁니다. 이 문장을 들고 상담에 오시는 겁니다.
다 쓰신 분은 손 들어 주세요. 순서대로 부르겠습니다.
[운영 메모]
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상담 때 세 가지만 가져오시면 됩니다.
작업 목록, 방향 문장, 그리고 결정하고 싶은 것.
세 번째가 중요합니다. '뭘 하면 좋을까요'라고 물으시면 제가 답할 수 있는 게 없습니다. '이 두 작업 중에 뭘 넣을지 모르겠다'처럼 구체적으로 가져오시면 10분 안에 결론이 납니다.
상담은 1인당 5분 안팎입니다. 짧습니다. 그래서 준비가 결과를 정합니다.
[운영 메모]
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제출물 체크리스트입니다. 상담 내용을 반영해서 3주차 전까지 올려 주세요.
여섯 개 중에 세 번째와 네 번째를 보세요. 강점 3개에 각각 증거 작업이 짝지어져 있는가, 그리고 형용사만으로 쓴 강점이 없는가.
'꼼꼼하다', '감각적이다' 같은 형용사만 있으면 그건 아직 강점이 아닙니다. 어떤 작업에서 그게 드러났는지가 있어야 합니다.
그리고 다섯 번째 — 목표 직무가 하나로 정해져 있어야 합니다. 둘을 남겨 오시면 3주차 벤치마킹에서 뭘 기준으로 볼지 정할 수 없습니다.
[운영 메모]
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과제는 두 가지입니다. 자기분석 워크시트 완성본, 그리고 목표 직무 하나 확정.
워크시트는 오늘 상담에서 나온 지적을 반영해 다시 쓰시는 겁니다. 특히 강점 세 개는 각각 증거가 되는 작업과 짝지어야 합니다. 짝이 없으면 그 강점은 못 씁니다.
목표 직무는 하나로 좁히시고, 왜 그 직무인지 세 문장으로 적어 주세요. 세 문장이 안 나오면 아직 안 정해진 겁니다.
다음 주는 우수 포트폴리오 벤치마킹입니다. 1주차에 스크랩하신 세 개를 다시 꺼내서, 이번엔 조별로 뜯어봅니다. 그러니 스크랩 자료를 꼭 가지고 오세요.
질문 있으신 분?
[운영 메모]
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정하기와 계획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작업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2026-10-06T11:49:34Z</dcterms:created>
  <dcterms:modified xsi:type="dcterms:W3CDTF">2026-10-06T11:49:34Z</dcterms:modified>
</cp:coreProperties>
</file>