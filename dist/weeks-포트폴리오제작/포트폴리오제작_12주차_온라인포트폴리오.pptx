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중 반드시 각자 링크를 시크릿 창에서 열어보게 할 것. 권한 설정 때문에 남이 못 여는 링크가 절반쯤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제작 실습 60분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제작 실습 60분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 비교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제작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확인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남에게 보낼 수 있는 링크가 하나 생깁니다. 완성도는 아직 낮아도 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올릴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선택지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화면에서 읽히게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웹으로 옮길 때 조정할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온라인 포트폴리오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완성이 아니라 '링크가 생기는 것'이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 제출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