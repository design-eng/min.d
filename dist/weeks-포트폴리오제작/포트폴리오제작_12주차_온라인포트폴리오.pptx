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오늘의 목표는 '완성'이 아니라 '링크가 존재하는 상태'다. 완벽하게 만들려다 아무것도 못 올리는 학생이 매년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3번을 가볍게 보면 안 된다. 실제로 지원 서류에서 링크가 안 열리는 사고가 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1주차 플랫폼 슬라이드와 이어진다. 그때는 개요, 지금은 선택.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학과 특성상 이미지 비중이 높아 웹빌더나 PDF가 유리한 경우가 많다. 노션만으로 가려는 학생에게는 한 번 물어볼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짧게. 실습으로 넘어갈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03을 실습 중에 실제로 확인시킬 것. 휴대폰으로 열어보게 하면 문제가 바로 드러난다.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10분을 절대 생략하지 말 것. 여기서 걸러지는 문제가 가장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제출된 링크를 강사가 직접 한 번씩 열어볼 것. 안 열리는 링크가 반드시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이력서를 미리 받아둬야 13주차에 '연계'를 다룰 수 있다. 없으면 그 주가 공회전한다.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  ·  PHASE 3 완성과 발표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온라인 포트폴리오 제작 실습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플랫폼을 정하고,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실제로 업로드해 링크로 낼 수 있는 상태를 만듭니다.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포트폴리오 초안 (링크)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플랫폼을 근거를 갖고 고를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유행이 아니라 내 작업 성격에 맞춰서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화면에서 읽히도록 구성을 조정할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지면과 웹은 읽는 방식이 다릅니다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남이 열 수 있는 링크를 만든다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설정까지가 제작입니다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12주차 온라인 포트폴리오 제작 실습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 올릴 것인가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20분. 각각 잘 맞는 작업과 감수해야 할 점이 다릅니다.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가지 선택지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정답은 없고, 내 작업 성격과 관리 부담으로 고릅니다.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빠르게 시작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잡기 쉽고 수정이 빠르다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많은 작업에는 다소 단조롭다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· 링크 공유 간단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통제가 제한적 — 시스템이 안 드러난다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웹빌더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통제가 가능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 비주얼 시스템을 그대로 적용 가능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반응형을 직접 확인해야 한다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시간이 가장 오래 걸린다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도메인을 붙이면 인상이 크게 달라진다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PDF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확실한 통제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 디자인이 그대로 전달된다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첨부 · 인쇄에 유리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용량 관리가 필수 (10MB 이하 권장)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제출을 요구하는 곳에는 부족하다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실무에서는 PDF와 링크를 둘 다 준비하는 경우가 많습니다. 하나를 주력으로 정하고 나머지는 보조로 두세요.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12주차 온라인 포트폴리오 제작 실습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화면에서 읽히게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인쇄 지면을 그대로 올리면 화면에서는 안 읽힙니다.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웹으로 옮길 때 조정할 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 그대로 올리면 대개 글씨가 작고 여백이 답답합니다.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세로로 길게 다시 배치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지면은 좌우로 읽지만 웹은 아래로 스크롤합니다. 가로로 나란히 둔 것을 세로로 풀어야 읽힙니다.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글자를 키운다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기준 본문 크기는 화면에서 작습니다. 화면에서 다시 보고 조정하세요.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모바일에서 확인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담당자가 휴대폰으로 먼저 여는 경우가 많습니다. 이미지가 깨지거나 글이 넘치는지 확인합니다.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PDF를 주력으로 하더라도 링크용 요약본 한 페이지는 만들어 두면 유용합니다.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12주차 온라인 포트폴리오 제작 실습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온라인 포트폴리오 제작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80분 · 개인 — 완성이 아니라 '링크가 생기는 것'이 목표입니다. 중간에 휴식이 한 번 들어갑니다.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 확정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중 하나를 고릅니다. 여기서 5분 이상 고민하지 마세요. 바꿀 수 있습니다.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뼈대 만들기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· 소개 · 프로젝트 목록 · 연락처 자리를 먼저 만듭니다. 내용은 비어 있어도 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 채우기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페이지 6장을 옮깁니다. 대표 프로젝트 하나만이라도 끝까지 채웁니다.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링크 점검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시크릿 창과 휴대폰에서 각각 열어봅니다. 안 열리면 권한 설정을 고칩니다.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12주차 온라인 포트폴리오 제작 실습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링크 제출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수업 전까지 링크를 올립니다.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시크릿 창에서 로그인 없이 열린다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휴대폰에서 레이아웃이 깨지지 않는다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표지에 이름과 분야가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또는 이메일이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프로젝트가 최소 1개는 끝까지 채워져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이미지가 흐리거나 깨지지 않는다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주소가 지나치게 길지 않다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PDF도 준비할 계획이라면 파일명 규칙을 정했다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항목이 가장 중요합니다. 본인 계정에서만 열리는 링크는 제출한 것이 아닙니다.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12주차 온라인 포트폴리오 제작 실습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13주차는 이력서 연계와 발표 스크립트를 다룹니다.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온라인 포트폴리오 초안 업로드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6장 이상의 내용을 올리고 링크를 제출합니다. 시크릿 창에서 열리는지 반드시 확인하세요.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이력서 초안 1장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재료입니다. 학력 · 경험 · 기술 · 연락처를 A4 1장으로. 양식은 자유입니다.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13주차 수업 전까지 · 링크 제출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이력서 연계 및 피칭 준비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이력서–포트폴리오 일관성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피칭 스크립트 구조 — 문제 · 해결 · 임팩트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시간에 임팩트 전달하기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피드백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포트폴리오 링크 · 이력서 초안 1장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12주차 온라인 포트폴리오 제작 실습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12주차 온라인 포트폴리오 제작 실습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2026-09-15T12:41:29Z</dcterms:created>
  <dcterms:modified xsi:type="dcterms:W3CDTF">2026-09-15T12:41:29Z</dcterms:modified>
</cp:coreProperties>
</file>