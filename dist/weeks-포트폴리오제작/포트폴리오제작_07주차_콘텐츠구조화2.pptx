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실습·개별 피드백 75분 · 발표 안내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75분 · 발표 안내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