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다음 주가 중간 발표다. 마지막 20분 안내를 서둘러 끝내지 말 것 — 발표 준비가 부실하면 8주차가 통째로 낭비된다.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이 파트가 전체 과목에서 가장 중요한 20분이다.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01의 '안 고른 쪽도 보여주라'는 조언이 학생들에게 새롭다. 버린 시안을 다 지운 학생이 많다.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오른쪽도 필요하다. 다만 그것만 있으면 안 된다는 점을 분명히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짧게. 10분 내외.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03은 학교 과제에서 어렵다. '없으면 회고 한 줄로 대체'라고 안내할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구조 일관성과 비주얼 일관성을 구분해서 설명할 것. 오늘은 구조.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매년 잘된 것만 보여주려는 학생이 많다. 막힌 지점을 말해야 8주차가 의미 있어진다는 점을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발표 자료를 따로 만들지 말고 지금까지 만든 지면을 그대로 엮게 할 것. 새로 만들면 시간만 쓰고 남는 게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  ·  PHASE 2 콘텐츠 구조화와 비주얼 시스템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콘텐츠 구조화 Ⅱ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디자인 프로세스를 단계별로 정리하고,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결과물 페이지 구성을 완성합니다.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실내·산업디자인학과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프로세스 페이지 초안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과정을 어떻게 보여주나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20분. 과정 페이지가 포트폴리오에서 가장 어렵고 가장 차이가 나는 부분입니다.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PROCESS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과정 페이지에 넣을 것 셋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사진을 시간순으로 붙이는 것은 과정이 아닙니다.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갈림길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고민했던 지점. 두세 개의 방향이 있었고 그중 하나를 골랐다면, 그 순간이 과정의 핵심입니다. 안 고른 쪽도 보여주세요.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판단 근거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그쪽을 골랐는가. 리서치에서 나온 발견 · 제약 조건 · 사용자 반응 중 무엇 때문이었는지.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바뀐 것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중간에 판단이 바뀌었다면 그것이 가장 좋은 재료입니다. 처음 안과 최종안을 나란히 놓으면 성장이 보입니다.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셋 다 "열심히 했다"가 아니라 "이렇게 판단했다"를 보여줍니다. 후자만 실력으로 읽힙니다.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7주차 콘텐츠 구조화 Ⅱ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과정처럼 보이는 것과 진짜 과정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5254600" cy="407822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81328"/>
            <a:ext cx="5254600" cy="640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755648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판단이 보이는 과정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481328"/>
            <a:ext cx="5254600" cy="407822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755648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작업 기록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54203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갈림길 3개와 각각의 판단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54203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스케치 → 모델링 → 렌더링 순서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2907792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2907792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2962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20040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비교할 수 있게 나란히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2962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20040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시간순으로 나열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566160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566160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621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3858768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이쪽을 골랐는지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621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3858768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했는지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42416" y="4224528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99352" y="4224528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4279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버린 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2416" y="45171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보여주고 이유를 적음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99352" y="4279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버린 안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99352" y="45171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삭제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042416" y="48828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99352" y="48828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2416" y="4937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사람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42416" y="51755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판단력을 확인한다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699352" y="4937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사람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99352" y="51755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성실함만 확인한다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7주차 콘텐츠 구조화 Ⅱ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결과를 어떻게 보여주나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많이 보여주는 것과 강하게 보여주는 것은 다릅니다.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 페이지 세 가지 원칙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장수를 늘리는 대신 하나를 크게 두세요.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대표 이미지 하나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잘 나온 것 하나를 크게. 나머지는 작게 묶습니다. 12장을 같은 크기로 두면 아무것도 기억되지 않습니다.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맥락 속에서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제품이면 쓰이는 장면, 공간이면 사람이 있는 장면, 그래픽이면 적용된 장면. 흰 배경 컷만으로는 약합니다.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무엇이 달라졌는가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가능하면 전후 비교나 반응을 한 줄. 숫자가 없으면 인용이나 관찰로도 충분합니다.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페이지는 2장을 넘기지 마세요. 넘어가면 나열이 됩니다.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7주차 콘텐츠 구조화 Ⅱ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CONSISTENCY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프로젝트가 달라도 구조는 같게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일관성은 취향이 아니라 읽는 속도의 문제입니다.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페이지 순서를 통일한다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프로젝트가 문제 → 리서치 → 과정 → 결과 순서. 예외를 만들지 않습니다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같은 자리에 같은 것을 둔다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제목 · 연도 · 역할이 매번 같은 위치에 있어야 합니다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장수를 비슷하게 맞춘다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건 8장, 어떤 건 2장이면 뒤엣것은 곁다리로 읽힙니다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표기를 통일한다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'개인 작업' / '팀 프로젝트(4인, IA 담당)' 같은 표기 형식을 하나로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9주차에 비주얼 시스템을 잡습니다. 오늘은 구조만 맞춰 두세요.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7주차 콘텐츠 구조화 Ⅱ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중간 발표 준비 안내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5분 발표입니다. 새로 만들지 말고 지금까지 만든 것을 엮으세요.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시간은 5분 — 넘기면 중단합니다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스토리라인 한 장으로 시작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프로젝트 하나만 깊게 보여줍니다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문장을 소리 내어 읽습니다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페이지와 프로세스 페이지를 보여줍니다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막힌 지점 한 가지를 말합니다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자료는 새로 만들지 않습니다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 수업 전까지 자료를 업로드합니다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'막힌 지점 한 가지'가 가장 중요합니다. 잘된 것만 보여주면 피드백을 받을 수 없습니다.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7주차 콘텐츠 구조화 Ⅱ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주는 중간 발표입니다.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프로세스 페이지 초안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프로젝트의 과정을 1~2장으로 정리합니다. 중간 산출물과 판단 근거가 들어가야 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중간 발표 자료 준비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 발표용. 스토리라인 · 리서치 페이지 · 프로세스 페이지를 순서대로 엮습니다.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770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8주차 수업 전까지 · 발표 자료와 함께 제출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08주차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중간 발표 및 피드백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개인별 발표 5분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동료 피드백 작성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수용 및 반영 전략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일정 재점검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자료 · 지금까지 만든 페이지 전부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7주차 콘텐츠 구조화 Ⅱ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포트폴리오제작 · 7주차 콘텐츠 구조화 Ⅱ</dc:title>
  <dc:subject>원광대학교 2026-2 · 실내·산업디자인학과 3학년 · 15주 · 포트폴리오 완성과 발표</dc:subject>
  <dc:creator>MIN.D</dc:creator>
  <cp:lastModifiedBy>MIN.D</cp:lastModifiedBy>
  <cp:revision>1</cp:revision>
  <dcterms:created xsi:type="dcterms:W3CDTF">2026-10-06T13:04:14Z</dcterms:created>
  <dcterms:modified xsi:type="dcterms:W3CDTF">2026-10-06T13:04:14Z</dcterms:modified>
</cp:coreProperties>
</file>