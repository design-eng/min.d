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사전 과제 리뷰 15분 · 그룹 분석 50분 · 정리 30분 · 공유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30분 · 공유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사례 그룹 분석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벤치마킹 인사이트 정리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공유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+ 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보는가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 요소 네 가지로 분해합니다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이야기하는가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 세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것과 나열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차별화 포인트 도출하기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그룹 분석과 정리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사례 그룹 분석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분해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벤치마킹 인사이트 정리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조별 분석을 내 것으로 옮깁니다.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