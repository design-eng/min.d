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플립러닝 구조다. 1주차 스크랩 과제를 안 해온 학생은 오늘 조별 분석에 참여할 재료가 없다. 시작 전에 확인하고, 없으면 조원 자료를 함께 보게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조는 목표 직무가 비슷한 사람끼리 묶는 것이 좋다. 2주차에 확정한 직무를 기준으로 미리 조를 짜 두면 토론이 훨씬 잘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오늘의 실질적 목표. 학생들은 좋아 보이는 것을 그대로 따라 하려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강사가 사례 하나를 화면에 띄우고 직접 분해해 보이는 것이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스크린샷만 모아오는 것을 막는 슬라이드. 질문 두 개를 판서해두고 조별 토론 내내 남겨둘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1·2번에 과도하게 공을 들이다 정작 프로젝트가 부실해지는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전공생 대부분이 프로세스형으로 간다. 다만 UX로 지원할 학생은 문제 해결형으로 다시 써야 한다는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장수가 적은 쪽이 더 잘 읽힌다는 점이 학생들에게는 반직관적이다. 실제 사례로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02에서 학생들이 무리한 아이디어를 내는 경우가 많다. 03의 대조 단계를 반드시 거치게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+ 25분. 조는 목표 직무가 비슷한 사람끼리.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 판정에서 의견이 갈릴 때가 가장 좋은 순간이다. 서둘러 정답을 주지 말고 근거를 말하게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4분이 이 실습의 핵심이다. 시간이 없어도 이 단계는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 양식을 클래스룸에 올려둘 것. 표로 만들어두면 학생들이 훨씬 구체적으로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가져올 것'을 요구하는 것이 핵심이다. 벤치마킹이 모방으로 흐르는 것을 막는 장치이므로 반드시 채워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 포트폴리오 벤치마킹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국내외 우수 사례를 구조적으로 분석하고,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포트폴리오에 쓸 스토리텔링 전략을 도출합니다.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사전 과제 리뷰 15분 · 그룹 분석 50분 · 정리 25분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15분 · 그룹 분석 50분 · 정리 25분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— 플립러닝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00:15–01:05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 및 토론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워크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인사이트 정리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사례에서 가져올 것 3가지와 가져오지 않을 것 1가지를 근거와 함께 갖게 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네 구성 요소로 분해할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· 마무리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전략을 유형으로 구분할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방식으로 이야기를 끌고 가는가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사례에서 가져올 것과 아닌 것을 가를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벤치마킹과 모방의 차이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포트폴리오의 차별화 포인트를 말할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스토리라인의 재료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보는가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감상하지 말고 분해합니다. 같은 틀로 세 개를 뜯어보면 패턴이 보입니다.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벤치마킹은 베끼는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읽는 것입니다.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레이아웃 예쁘네"에서 멈추면 남는 게 없습니다. "왜 소개를 두 번째에 뒀지?" "왜 이 프로젝트를 맨 앞에 뒀지?"를 물어야 내 것에 적용할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네 가지로 분해합니다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포트폴리오든 이 네 덩어리로 나뉩니다.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첫 화면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· 분야 · 한 줄 소개. 무엇을 하는 사람인지 몇 초 안에 전달되는가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· About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· 관심 · 강점. 길이가 얼마인가, 어디에 배치했는가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670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7490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개인가, 순서는 무엇 기준인가, 각각 몇 장인가, 구성이 통일되어 있는가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5295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2976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 · 연락처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6085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끝나는가. 연락 수단과 이력서 링크가 있는가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3891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유도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3번 프로젝트에 전체 분량의 70~80%가 들어갑니다. 나머지 셋은 짧고 정확하면 충분합니다.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이야기하는가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끌고 가는 방식이 다릅니다. 세 유형으로 나눠 봅니다.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STORYTELLING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세 유형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사례가 어느 쪽인지 판정해 보세요. 섞여 있는 경우도 많습니다.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해결형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과정 → 결과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"무엇이 문제였고 어떻게 풀었다"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직무에 가장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검증이 있어야 설득된다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부실하면 가장 크게 무너진다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프로세스형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→ 전개 → 완성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만들어 갔는가"를 보여준다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직무에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목업 · 도면이 자산이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결론이 흐리면 나열로 읽힌다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컨셉형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 → 표현 → 전개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이렇게 본다"가 먼저 온다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브랜딩 · 실험적 작업에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조형 언어가 있어야 성립한다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약하면 취향으로만 읽힌다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직무와 맞는 유형을 고르는 것이 자연스럽습니다. 전공 특성상 프로세스형이 많습니다.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서사가 있는 것과 나열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 페이지를 두 방식으로 구성한 예입니다.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서사가 있는 구성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한 문장과 대표 이미지 하나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제목과 이미지 6장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고민한 지점과 고른 이유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달라졌는지, 회고 한 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이미지로 끝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5~7장, 각 장에 역할이 있다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12장, 역할 구분이 없다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무엇이 다른가"를 사례 분석에서 끌어냅니다.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공통점을 먼저 찾는다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사례가 다 하고 있는 것을 적습니다. 이건 기본값이라 차별화가 되지 않습니다. 다만 빠뜨리면 감점입니다.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곳을 찾는다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안 하고 있는 것. 그중 내가 할 수 있는 것이 차별화 후보입니다. 못 하는 것을 골라도 소용없습니다.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강점과 겹치는지 본다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워크시트의 강점 3개와 대조합니다. 겹치는 지점이 진짜 차별화 포인트입니다.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차별화는 '남들과 다르게'가 아니라 '내가 증명할 수 있는 것 중 남들이 덜 하는 것'입니다.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그룹 분석과 정리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조별로 사례를 뜯고, 각자 리포트로 정리합니다.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· 사례 그룹 분석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조별 — 각자 가져온 사례를 조원과 함께 뜯습니다.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조원이 각자 가져온 사례 3개를 1분씩 소개합니다. 왜 골랐는지만 말합니다.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사례를 네 구성 요소로 나눠 표에 적습니다. 프로젝트 개수 · 장수 · 순서 기준까지 숫자로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 판정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사례가 세 전략 유형 중 어디인지 조원끼리 토론해 정합니다. 의견이 갈리면 그 이유가 인사이트입니다.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조에서 나온 발견 3가지를 적어 전체에 공유합니다.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· 벤치마킹 인사이트 정리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조별 분석을 내 것으로 옮깁니다.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공통점 · 빈 곳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공통점과 아무도 안 하는 것을 각각 적습니다.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대조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강점 3개와 대조해 차별화 후보를 고릅니다.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· 서술 · 비주얼 중에서 내 것에 적용할 3가지를 정합니다.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 보이지만 나에겐 안 맞는 것 하나와 그 이유를 적습니다.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수업 전까지 올립니다. 4주차 스토리라인의 재료입니다.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3개의 링크와 캡처가 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사례를 네 구성 요소로 분해했다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개수 · 장수 · 순서 기준을 숫자로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사례의 스토리텔링 유형을 판정했다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이유가 한 줄씩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공통점을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3가지가 구체적으로 적혀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1가지와 이유가 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'가져올 것'이 "레이아웃이 깔끔함" 수준이면 4주차에 쓸 수 없습니다. 무엇을 어떻게 할지까지 적으세요.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오늘 도출한 전략으로 내 스토리라인을 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제출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3개를 네 구성 요소로 분해하고, 각각의 스토리텔링 전략 유형을 판정합니다. 양식은 클래스룸에 있습니다.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 · 안 가져올 것 1가지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포트폴리오에 적용할 구조나 서술 방식 3개, 그리고 좋아 보이지만 나에겐 안 맞는 것 1개를 이유와 함께.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기획 Ⅰ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우선순위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구조 — 문제 · 과정 · 결과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양식 활용법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· 보유 프로젝트 목록 · 방향 문장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3주차 우수 포트폴리오 벤치마킹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