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50분은 짧다. Figma 템플릿을 미리 배포해 두면 빈 화면에서 시작하는 시간을 아낄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 70분 · 중간 점검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70분 · 중간 점검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작성법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리서치 정리 페이지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리서치 정리 페이지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점검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전과 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지면으로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페이지 세 덩어리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 위계 — 세 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리서치 정리 페이지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대표 프로젝트 하나만 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