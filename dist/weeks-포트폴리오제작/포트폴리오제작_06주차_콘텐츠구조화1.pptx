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중간 점검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중간 점검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자료 시각화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하나의 문제 문장이 확정되고, 리서치 정리 페이지 한 장이 나옵니다.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대표 프로젝트 하나만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