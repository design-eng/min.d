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PART II의 첫 주다. 여기서부터 실제 지면이 나오기 시작한다. 자료를 안 가져온 학생은 오늘 만들 것이 없으므로 시작 전에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2번이 핵심. 리서치 페이지가 자료 더미가 되는 것을 막는다.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예시를 즉석에서 고쳐 보이는 것이 설명보다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 대부분이 과제 조건을 그대로 적어온다. 이 대비를 확실히 보여줄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04를 특히 강조. 학생들이 조건을 다 넣으려다 문장을 길게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오른쪽이 '제목'이라는 점을 짚을 것. 제목과 문제 문장은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Figma·Miro 템플릿을 화면에 띄우고 시연.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'조사 과정을 크게, 발견을 작게' 만드는 것이 가장 흔한 실수다.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축소해서 보기는 그 자리에서 시연할 수 있다. Figma 줌아웃으로 바로 확인시킬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축소 확인이 이 실습의 검증 장치다. 반드시 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문제 문장을 전 프로젝트에 대해 미리 받아두면 7주차 이후 속도가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06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콘텐츠 구조화 Ⅰ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프로젝트별 문제 정의를 명확히 정리하고,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리서치 자료를 읽히는 지면으로 구성합니다.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정리 페이지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문장을 원칙에 따라 쓸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 조건을 만족하는 한 문장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리서치를 나열이 아니라 발견으로 정리할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'조사했다'가 아니라 '무엇을 알게 되었다'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한 지면 안의 정보 위계를 설계할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먼저 볼지 정해주는 일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이 한 문장이 프로젝트 페이지 전체의 기준점이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문장은 과제 조건이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내가 잡은 관점입니다.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"카페 브랜딩을 하라는 과제였다"는 조건입니다. "동네 카페가 배달앱에서 사진 한 장으로만 판단된다"가 문제입니다. 조건은 누구나 같고, 문제는 사람마다 다릅니다.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06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문장 네 가지 조건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넷을 다 만족하면 뒤 페이지가 저절로 정리됩니다.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겪는가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'사람들'이 아니라 특정할 수 있는 대상. 관찰하거나 물어본 사람이면 가장 좋습니다.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언제 · 어떤 상황인가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항상이 아니라 특정 장면. 장면이 있으면 읽는 사람이 그림을 그릴 수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 때문인가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또는 조건. 여기까지 있어야 해결안이 논리적으로 이어집니다.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한 문장인가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문장이 되면 아직 좁혀지지 않은 것입니다. 접속사로 잇지 마세요.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조건을 채운 문장을 읽고 나면 '그래서 무엇을 했는지'가 궁금해집니다. 그게 잘 쓴 문장입니다.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고치기 전과 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프로젝트의 문제 문장입니다.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고친 문장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고치기 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가구가 늦은 밤 귀가할 때, 골목 조명이 꺼져 있어 경로를 매번 돌아간다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안전한 도시 환경을 위한 조명 디자인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카페가 배달앱에서 사진 한 장으로만 판단되어 매장의 분위기를 전달하지 못한다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 브랜딩 리뉴얼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차이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· 언제 · 무엇 때문에가 들어 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차이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주제와 결과물 종류만 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페이지가 궁금해진다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페이지를 안 봐도 될 것 같다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리서치를 지면으로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모은 것을 다 보여주는 게 아니라, 알게 된 것을 보여줍니다.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리서치 페이지 세 덩어리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 안에 이 순서로 배치합니다.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무엇을 알아보려 했나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한두 개. 이게 없으면 아래 자료가 왜 있는지 알 수 없습니다. 지면 맨 위 또는 왼쪽 상단.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어떻게 알아봤나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방법과 규모를 짧게. '인터뷰 3명' '매장 5곳 관찰' 정도면 충분합니다. 자료 이미지가 여기 붙습니다.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무엇을 알게 됐나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 2~3개를 문장으로. 가장 크게, 가장 눈에 띄게 둡니다. 읽는 사람이 실제로 가져가는 것은 이것뿐입니다.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03이 가장 크고 01·02는 작아도 됩니다. 대부분 반대로 만듭니다.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HIERARCHY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정보 위계 — 세 단계면 충분합니다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지면에서 무엇을 먼저 볼지 정해주는 일입니다.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1단계 — 가장 먼저 읽힐 것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 또는 핵심 발견. 지면에 하나만. 크기와 굵기로 확실히 차이를 냅니다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2단계 — 구조를 알려주는 것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소제목과 구분. 훑어볼 때 이 층만 보고도 흐름이 잡혀야 합니다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3단계 — 확인용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· 캡션 · 자료 이미지. 필요한 사람만 읽습니다. 작아도 됩니다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네 단계 이상은 만들지 마세요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위계가 많아지면 위계가 없는 것과 같아집니다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흐리게 보거나 축소해서 보세요. 1단계만 읽히면 성공입니다.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· 리서치 정리 페이지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70분 · 개인 — 대표 프로젝트 하나만 합니다. 중간에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문장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181051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조건으로 한 문장을 씁니다. 옆 사람과 바꿔 읽고 조건이 다 들어갔는지 확인합니다.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 뽑기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80560" y="277977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가진 자료에서 '알게 된 것' 2~3개를 문장으로 뽑습니다. 자료 자체가 아니라 결론입니다.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배치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0560" y="37490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덩어리를 한 장에 배치합니다. 3단계 위계를 적용합니다.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축소 확인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480560" y="471830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25%로 줄여 봅니다. 1단계만 읽히는지 확인하고 안 되면 크기를 조정합니다.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7주차는 과정 페이지를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리서치 정리 페이지 제작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 1개의 리서치를 한 장으로 정리합니다. 문제 문장 · 조사 내용 · 발견을 담습니다.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나머지 프로젝트의 문제 문장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 전부에 대해 문제 문장을 한 줄씩 씁니다. 페이지는 아직 안 만들어도 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7주차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07주차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콘텐츠 구조화 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시각화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결과물을 임팩트 있게 보여주는 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일관된 레이아웃 유지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중간 발표 안내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정리 페이지 · 중간 산출물 자료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6주차 콘텐츠 구조화 Ⅰ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2026-09-15T12:41:29Z</dcterms:created>
  <dcterms:modified xsi:type="dcterms:W3CDTF">2026-09-15T12:41:29Z</dcterms:modified>
</cp:coreProperties>
</file>