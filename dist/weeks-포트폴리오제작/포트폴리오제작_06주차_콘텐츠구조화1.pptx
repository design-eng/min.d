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중간 점검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중간 점검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대표 프로젝트 하나만 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