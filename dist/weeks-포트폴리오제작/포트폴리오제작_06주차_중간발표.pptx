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포트폴리오제작 여섯 번째 시간입니다.
오늘은 중간 발표예요. 학기에 큰 마감이 셋인데 그중 둘째입니다.
한 가지 먼저 말씀드릴게요. 오늘 새로 만들어 오실 건 없었습니다. 지금까지 만든 걸 순서대로 엮어서 5분 동안 보여 주시면 됩니다.
완성도를 보는 날이 아니에요. 어디까지 왔는지 서로 보는 날입니다.
덜 된 게 있으면 덜 됐다고 말씀하시면 됩니다. 그게 오늘 제일 중요한 정보입니다.
그리고 오늘 발표만 하고 끝내지 않겠습니다. 뒤쪽 15분에 남은 세 회차를 어떻게 쓸지 같이 정하겠습니다.
남은 수업이 세 번입니다. 11월 10일, 11월 24일, 그리고 12월 8일 기말 발표.
세 번 안에 끝내야 하니까 오늘 우선순위를 정해 두는 게 낫습니다.
[운영 메모]
'완성도를 보는 날이 아니다'를 반드시 먼저 말할 것. 덜 된 상태로 오는 것을 부끄러워해 아예 안 들어오는 학생이 나온다. 온라인이라 더 그렇다. 발표 못 하겠다는 학생도 화면 공유만 시키고 교수가 물어 가며 끌어낸다.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진행 순서를 말씀드리겠습니다.
각자 정리한 자료를 5분씩 발표하십니다. 완성본을 보이는 것이 아니라 지금 어디까지 정리되었는지를 보이는 겁니다.
그다음은 다른 분들 발표를 보시는 시간입니다. 이게 생각보다 얻는 것이 많습니다. 나만 덜 된 것이 아니라는 것도 알게 되고, 저 방법은 괜찮다 싶은 것도 보입니다.
발표가 끝나면 남은 세 회차에 무엇을 할지 함께 정하겠습니다.
오늘 마치실 때는 각자 고칠 것 목록을 들고 가시게 됩니다.
[운영 메모]
10분. 둘째를 강조할 것 — 온라인이라 남의 발표 때 딴짓하기 쉽다. 적을 것을 주면 집중한다.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5분 동안 담으실 내용은 네 가지입니다.
누구를 위한 포트폴리오인지부터 말씀해 주십시오. 어느 회사 어느 직무에 낼 자료인지요. 한 문장이면 충분합니다.
그다음은 어떤 프로젝트를 어떤 순서로 넣으시는지입니다. 네 번째 시간에 정하신 이야기 흐름이요. 목록만 띄워 주셔도 됩니다.
세 번째가 오늘의 중심입니다. 대표 프로젝트 세 지면, 지난 회차에 만드신 것입니다.
화면을 띄워 놓고 '여기가 문제, 여기가 과정, 여기가 결과'라고 짚어 주세요. 읽지는 마시고요.
마지막이 지금 막혀 있는 부분입니다. 이것이 오늘 제일 중요합니다.
'자료가 없어서 과정 지면을 못 채웠다'든가 '프로젝트가 두 개뿐이라 모자란 것 같다'든가. 숨기지 마세요.
막힌 걸 말씀하셔야 제가 뭘 도와드릴지 압니다. 잘된 것만 보여 주시면 오늘 얻어 가실 게 없어요.
[운영 메모]
넷째를 건너뛰는 학생이 반이다. 앞사람이 말하면 따라 말하므로, 첫 발표자를 비교적 솔직한 학생으로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5분인데 쓰는 법이 갈립니다.
첫 줄. 왼쪽은 앞에서부터 차례로 넘깁니다. 표지부터요. 그러다 5분이 끝나고 대표 프로젝트를 못 보여 줍니다.
오른쪽은 세 지면부터 띄워 놓고 시작합니다. 제일 보여 주고 싶은 걸 먼저요.
둘째 줄. 왼쪽은 지면에 적힌 글을 읽습니다. 듣는 사람은 이미 읽었어요. 읽는 동안 아무 정보도 안 늘어납니다.
오른쪽은 적힌 것 말고 다른 걸 말합니다. 왜 이 순서로 놨는지 같은 거요.
셋째 줄. 왼쪽은 변명으로 시작합니다. '시간이 없어서' '아직 덜 해서'. 5분 중에 1분을 여기 씁니다.
오른쪽은 어디까지 했는지를 먼저 말하고 넘어갑니다.
넷째 줄. 왼쪽은 잘된 것만 보입니다. 그러면 제가 드릴 말씀이 없어요. 오른쪽은 막힌 걸 묻습니다.
[운영 메모]
셋째 줄을 먼저 말해 둘 것. 변명으로 1분을 쓰는 학생이 매년 절반이다.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듣기만 하시면 안 됩니다. 적으면서 들으세요.
왼쪽이 적으실 내용입니다.
저 분 포트폴리오를 한마디로 하면 무엇인지 먼저 적어 보십시오. 듣고 나서 한마디가 안 나오면, 그것 자체가 발표자에게 중요한 정보입니다.
그다음은 제일 눈에 들어온 지면 하나와 그 까닭입니다.
세 번째가 얻는 것이 제일 많습니다. 나는 안 하고 있는데 저 분은 하고 있는 것이요.
마지막으로 묻고 싶은 것 하나를 적어 주십시오.
오른쪽은 말할 때 지킬 것입니다.
좋다 나쁘다로 말하지 마세요. '어느 지면이 무엇 때문에 안 읽혔다' 이렇게요.
고쳐 주려고 하지 마시고요. 어디서 걸렸는지만 말씀하시면 됩니다. 어떻게 고칠지는 본인이 정합니다.
한 사람당 한 줄이면 충분합니다. 길게 안 쓰셔도 돼요.
[운영 메모]
온라인이라 채팅으로 받는 편이 빠르다. 발표 끝날 때마다 바로 올리게 할 것 — 몰아서 받으면 앞사람 것을 아무도 못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발표가 끝났으니 남은 일정을 보겠습니다.
세 번 남았습니다.
11월 10일이 색과 편집이에요. 색과 글자를 한 벌로 정하고 지면끼리 통일하는 회차입니다. 오늘 과제인 레퍼런스 20장이 그날 재료고요.
11월 24일이 마무리입니다. 편집을 끝내고 온라인에 올립니다. 그리고 뒤쪽에 발표 연습을 넣었습니다.
12월 8일이 기말 발표고요.
보시면 아시겠지만 만들 시간은 두 번뿐입니다. 그사이가 2주씩이라 실제로는 4주고요.
그러니까 오늘 받으신 말 중에 무엇을 고칠지 골라야 합니다. 다 못 고칩니다.
[운영 메모]
'다 못 고친다'를 분명히 말할 것. 이 말이 없으면 수정 계획표에 받은 의견을 전부 적어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과제인 수정 계획표를 어떻게 만드는지 말씀드리겠습니다.
오늘 받으신 말을 전부 적는 것부터 하십시오. 제 말, 동료분들 채팅, 전부요. 거르지 말고 일단 다 적습니다.
그다음 고칠 것과 안 고칠 것으로 나누십시오.
여기서 많이들 전부 고칠 것으로 넣으세요. 그러면 계획표가 아니라 그냥 목록입니다.
안 고칠 것에는 왜 안 고치는지 한 줄 붙이세요. '이건 다른 직무를 노린 조언이라 내 방향과 안 맞는다' 이런 식으로요.
그렇게 나누신 다음, 고칠 것을 7회차와 8회차에 나눠 적으십시오.
색과 글자에 관한 건 7회차입니다. 지면을 더 만들거나 구조를 바꾸는 건 7회차 전에 하셔야 하고요.
마지막으로 7회차 전까지 할 것에 표시해 두십시오. 그것이 앞으로 2주 동안 하실 일입니다.
[운영 메모]
둘째 단계가 핵심이다. '안 고칠 것'이 비어 있는 계획표는 돌려보낼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마치기 전에 여섯 줄을 확인하시겠습니다.
앞의 두 줄은 발표에 관한 것입니다.
세 번째 줄을 꼭 보십시오. 동료분들 의견을 다 받아 적으셨는지요. 채팅 내용은 수업이 끝나면 사라지니 지금 복사해 두셔야 합니다.
네 번째가 제일 중요합니다. 고칠 것 가운데 7회차 전에 할 것을 고르셨는지요.
그 아래 줄도 함께 보십시오. 안 고칠 것이 하나라도 있는지입니다. 하나도 없으면 아직 고르지 않으신 겁니다.
마지막은 레퍼런스 폴더입니다. 오늘 만들어 두시고 2주 동안 채우시면 됩니다.
[운영 메모]
셋째 줄을 꼭 짚을 것. 온라인 채팅은 수업이 끝나면 사라져 동료 의견을 통째로 잃는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과제는 세 가지입니다.
수정 계획표부터 말씀드리겠습니다. 오늘 받으신 말을 전부 적으십시오. 제 말도 적고 동료분들 말도 적으시고요.
그다음이 중요합니다. 고칠 것과 안 고칠 것으로 나누세요.
전부 고치려고 하지 마세요. 그러다 방향이 흔들립니다. 안 고칠 것에는 왜 안 고치는지 한 줄만 붙여 두시면 됩니다.
그리고 고칠 것은 7회차에 할지 8회차에 할지 적어 두세요. 남은 게 두 번뿐이니까요.
두 번째는 남은 프로젝트 지면입니다. 대표 프로젝트는 세 지면 만드셨지요. 나머지도 같은 구조로 만드세요.
색과 서체는 아직 안 하셔도 됩니다. 다음 회차에 합니다.
세 번째는 레퍼런스 20장입니다. 7회차 재료가 됩니다.
포트폴리오 사례를 모으시는 게 아닙니다. 색, 글자, 사진 분위기를 보는 자료예요. 잡지도 되고 브랜드 홈페이지도 됩니다.
세 가지 다 11월 10일 수업 전까지입니다. 2주 있습니다.
[운영 메모]
'안 고칠 것'을 반드시 적게 할 것. 모든 의견을 반영하려다 방향이 흔들리는 경우가 가장 많다. 레퍼런스를 '잘 만든 포트폴리오'로 모아 오는 학생이 매년 있으므로 3회차와 다르다는 점을 분명히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— 지금까지 정리된 포트폴리오를 발표합니다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본인의 자료를 5분 동안 발표하며,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남은 수업 기간 동안 최종 수정하여 제출합니다.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2026-10-27(화)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 · 동료 의견 기록 · 수정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972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645920" y="57972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진행 순서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완성도를 평가하는 날이 아닙니다. 지금 어디까지 정리되었는지 서로 확인하는 날입니다.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각자 정리한 포트폴리오를 5분씩 발표합니다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정리한 지면을 순서대로 넘깁니다. 덜 된 것은 덜 됐다고 말하면 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사람의 포트폴리오를 봅니다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적으면서 듣습니다. 그냥 듣고만 있으면 남는 것이 없습니다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세 회차에 할 일을 정합니다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11월 10일, 11월 24일, 12월 8일. 수업이 세 번 남았습니다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TALK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 발표에 담을 내용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하나를 빼지 마십시오. 오늘 제일 중요한 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누구를 위한 포트폴리오인가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회사 어느 직무에 낼 건지. 한 문장이면 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42616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34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어떤 프로젝트를 어떤 순서로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34056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4회차에 정한 이야기 흐름입니다. 목록만 띄워도 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657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프로젝트 세 지면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657600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띄워 놓고 문제, 과정, 결과를 짚으세요. 읽지는 마시고요.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489704"/>
            <a:ext cx="10911535" cy="777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811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581144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자료가 없다, 프로젝트가 모자란다, 뭘 뺄지 모르겠다. 숨기지 마세요.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8756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것만 보이면 오늘 얻어 갈 것이 없습니다.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5분을 쓰는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5분은 짧습니다. 무엇을 먼저 보일지 정하고 들어오십시오.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1272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쓰면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7016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앞에서부터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표지부터 차례로 넘긴다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앞에서부터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세 지면부터 띄운다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298094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298094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적힌 것을 읽음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글을 그대로 읽는다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적힌 것을 읽음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27355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순서로 놨는지를 말한다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변명으로 시작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시간이 없어서 덜 했다고 연다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변명으로 시작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3858768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어디까지 했는지 먼저 말한다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15137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15137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되는 것만 보이고 끝낸다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잘된 것만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443984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것을 묻고 끝낸다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1206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받아 가실 것은 질문 하나입니다. 그러려면 막힌 것을 먼저 보이셔야 합니다.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사람이 적을 내용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적으면서 듣습니다. 다 듣고 나서 적으면 기억이 안 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적을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 사람 포트폴리오를 한마디로 하면 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제일 눈에 들어온 지면 하나 — 왜 그런지도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안 하는데 저 사람은 하고 있는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묻고 싶은 것 하나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말할 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좋다 나쁘다 말고 어디서 걸렸는지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고쳐 주려 하지 마세요. 어떻게 고칠지는 본인이 정합니다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사람당 한 줄이면 충분합니다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끝나면 바로 채팅에 올립니다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LEFT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세 회차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 시간은 두 번뿐입니다. 고칠 것을 골라야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11/10 — 색과 편집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색과 글자를 한 벌로 정합니다. 오늘 모으실 레퍼런스가 그날 재료예요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11/24 — 편집 마무리와 온라인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편집을 끝내고 온라인에 올립니다. 회차 뒤쪽에서 발표 연습을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12/8 — 기말 발표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포트폴리오를 발표합니다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수업은 세 번이지만 사이가 2주씩이라 실제로 쓰실 수 있는 시간은 넉 주입니다.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계획표 만드는 순서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말을 전부 적되, 고칠 것은 골라야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받은 말을 전부 적는다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말도 동료분들 채팅도 거르지 말고 일단 다 적습니다.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42616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34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고칠 것과 안 고칠 것으로 나눈다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34056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고칠 것에는 왜 안 고치는지 한 줄만 붙이세요.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091153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657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고칠 것을 회차에 나눈다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657600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색과 글자는 7회차. 지면을 더 만들거나 구조를 바꾸는 것은 그 전에.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489704"/>
            <a:ext cx="10911535" cy="777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5811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7회차 전까지 할 것에 표시한다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581144"/>
            <a:ext cx="6705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표시한 것이 앞으로 2주 동안 하실 일입니다.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57784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8756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고칠 것으로 넣으면 계획표가 아니라 목록이 됩니다.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확인하고 마칠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줄을 확인하고 가십시오.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다 말했다 — 대상 · 순서 · 세 지면 · 막힌 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것을 숨기지 않고 말했다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의견을 받아 적었다 — 채팅 내용을 복사해 두었다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중에 7회차 전에 할 것을 골랐다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고칠 것이 하나라도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폴더를 만들었다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7회차는 색과 편집입니다. 2주 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계획표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말을 전부 적고, 고칠 것과 안 고칠 것으로 나눕니다. 고칠 것은 7회차에 할지 8회차에 할지 적습니다. 안 고칠 것에는 왜 안 고치는지 한 줄 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프로젝트 지면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세 지면은 만드셨으니, 나머지 프로젝트도 같은 구조로 지면을 만듭니다. 색과 서체는 아직 신경 쓰지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20장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7회차 재료입니다. 포트폴리오 사례가 아니라 색 · 글자 · 사진 분위기를 보는 자료입니다. 한 폴더에 모아 두세요.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11월 10일(화) 수업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색과 편집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색과 글자를 한 벌로 정하기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사이의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기준 뽑기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남은 프로젝트 지면 · 레퍼런스 20장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중간 발표 — 지금까지 정리된 포트폴리오를 발표합니다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중간 발표 — 지금까지 정리된 포트폴리오를 발표합니다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2026-10-27T03:29:39Z</dcterms:created>
  <dcterms:modified xsi:type="dcterms:W3CDTF">2026-10-27T03:29:39Z</dcterms:modified>
</cp:coreProperties>
</file>