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마지막 실습 주차다. 여기서 나온 지적을 일주일 안에 다 고칠 수는 없으므로, 우선순위 세 개로 좁히는 것이 오늘의 실질적 목표다.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조를 4~5인으로 짜면 40분에 한 명당 8분(발표 3 + 코멘트 5)이 나온다. 조별 진행이므로 강사는 순회하며 시간 관리만 봐줄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마지막 주에 새 프로젝트를 추가하려는 학생이 매년 있다. 오늘 못 박을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타이머를 조마다 하나씩 두게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기말은 7분이지만 오늘 리허설은 3분 스크립트 기준이다. 7분 발표는 3분 코어 + 질의로 운영한다고 안내할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체크리스트를 인쇄해 나눠줄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'두 개만'이 중요하다. 8개를 다 지적받으면 학생이 무너진다.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학생들이 03부터 손대는 경우가 많다. 순서를 판서해두고 계획표를 쓰게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일주일에 세 개면 충분하다. 더 고치려다 완성도가 떨어지는 경우가 더 많다고 미리 말해줄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14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  ·  PHASE 3 완성과 발표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최종 리허설 및 동료 피드백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발표 리허설로 완성도를 점검하고,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마지막 보완 우선순위를 정합니다.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120분 — 조별 리허설 50분 · 동료 평가 35분 · 보완 계획 10분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리허설 보완본 + 보완 계획표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120분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조별 리허설 50분 · 동료 평가 35분 · 보완 계획 10분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00:00–00:10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리허설 진행 방식 안내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안내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39268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410968"/>
            <a:ext cx="16002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00:10–01:00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410968"/>
            <a:ext cx="6888175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조별 리허설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410968"/>
            <a:ext cx="22860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4~5인 조별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0845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102864"/>
            <a:ext cx="16002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01:00–01:10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3102864"/>
            <a:ext cx="6888175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3776472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794760"/>
            <a:ext cx="16002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01:10–01:45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377440" y="3794760"/>
            <a:ext cx="6888175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동료 평가 및 피드백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265615" y="3794760"/>
            <a:ext cx="22860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조별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446836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486656"/>
            <a:ext cx="16002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01:45–01:55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4486656"/>
            <a:ext cx="6888175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보완 계획 수립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65615" y="4486656"/>
            <a:ext cx="22860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5160264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5178552"/>
            <a:ext cx="16002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01:55–02:00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377440" y="5178552"/>
            <a:ext cx="6888175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기말 발표 안내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265615" y="5178552"/>
            <a:ext cx="22860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안내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14주차 최종 리허설 및 동료 피드백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발표를 시간 안에 끝낼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실제로 재보지 않으면 반드시 넘깁니다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6700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7432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남의 눈으로 내 약점을 확인한다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0540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본인에게는 안 보이는 것이 있습니다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6941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85876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76732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일주일에 고칠 세 가지를 정한다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407822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전부 고치려 하면 아무것도 못 고칩니다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79145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이후에는 새로 만들지 마세요. 다듬기만 합니다.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14주차 최종 리허설 및 동료 피드백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리허설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조별로 돌아가며 실제로 발표합니다. 시간을 정확히 잽니다.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TIMING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시간 관리 세 가지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3분은 생각보다 짧습니다.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앞부분을 짧게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자기소개에 1분을 쓰면 프로젝트 이야기가 사라집니다. 20초 안에 끝내세요.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화면 전환을 미리 정한다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어느 문장에서 어느 화면으로 넘길지 표시해 둡니다. 즉석에서 찾으면 시간이 샙니다.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마지막 20초를 남긴다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링크와 마무리 인사를 할 자리. 시간에 쫓겨 못 하면 어디서 더 볼 수 있는지 전달이 안 됩니다.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3분을 넘기면 기말 발표에서는 중단됩니다. 오늘 반드시 맞춰 두세요.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14주차 최종 리허설 및 동료 피드백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동료 평가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취향이 아니라 체크리스트로 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PEER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동료 피드백 체크리스트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발표를 들으며 이 항목으로 표시하고, 끝나면 두 가지만 말해줍니다.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하는 사람인지 20초 안에 알았다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문장이 한 문장으로 들렸다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그렇게 판단했는지 이해됐다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무엇이 달라졌는지 들었다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3분 안에 끝났다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화면과 말이 따로 놀지 않았다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포트폴리오를 더 보고 싶어졌다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링크나 연락처를 들었다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473659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484632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체크가 안 된 항목 중 두 개만 골라 말해 주세요. 전부 말하면 받는 사람이 소화하지 못합니다.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14주차 최종 리허설 및 동료 피드백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PRIORITY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보완 우선순위 정하기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받은 지적을 이 순서로 처리합니다.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판단에 영향을 주는 것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문장이 안 읽힌다, 내 역할이 불분명하다 같은 것. 가장 먼저 고칩니다. 시간이 적게 들고 효과가 큽니다.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완성도에 관한 것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톤이 안 맞는다, 정렬이 어긋난다. 두 번째로 고칩니다. 시간은 걸리지만 티가 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취향에 관한 것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색이 마음에 안 든다, 서체가 어떻다. 마지막입니다. 대개 안 고쳐도 됩니다.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일주일에 01에서 두 개, 02에서 한 개면 충분합니다. 그 이상은 욕심입니다.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14주차 최종 리허설 및 동료 피드백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주가 마지막입니다.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리허설 보완본 제출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받은 피드백 중 우선순위 3개를 반영합니다. 무엇을 고쳤는지 함께 적습니다.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최종 포트폴리오 완성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온라인 링크와 PDF를 모두 최종 상태로. 파일명과 링크를 다시 점검하세요.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85616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770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15주차 수업 전까지 · 최종본 제출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15주차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기말 발표 및 종합 평가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개인별 최종 발표 각 7분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피드백 및 총평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학기 성과 자기평가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차년도 준비 방향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포트폴리오 (링크 + PDF) · 발표 스크립트 · 이력서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14주차 최종 리허설 및 동료 피드백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14주차 최종 리허설 및 동료 피드백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2026-08-31T15:16:52Z</dcterms:created>
  <dcterms:modified xsi:type="dcterms:W3CDTF">2026-08-31T15:16:52Z</dcterms:modified>
</cp:coreProperties>
</file>