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조를 4~5인으로 짜면 40분에 한 명당 8분(발표 3 + 코멘트 5)이 나온다. 조별 진행이므로 강사는 순회하며 시간 관리만 봐줄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조별 리허설 50분 · 동료 평가 35분 · 보완 계획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 50분 · 동료 평가 35분 · 보완 계획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진행 방식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4~5인 조별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 및 피드백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계획 수립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관리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평가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취향이 아니라 체크리스트로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보완 우선순위 정하기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