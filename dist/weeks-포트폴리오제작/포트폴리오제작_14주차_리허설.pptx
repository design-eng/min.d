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마지막 실습 주차다. 여기서 나온 지적을 일주일 안에 다 고칠 수는 없으므로, 우선순위 세 개로 좁히는 것이 오늘의 실질적 목표다.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마지막 주에 새 프로젝트를 추가하려는 학생이 매년 있다. 오늘 못 박을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타이머를 조마다 하나씩 두게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기말은 7분이지만 오늘 리허설은 3분 스크립트 기준이다. 7분 발표는 3분 코어 + 질의로 운영한다고 안내할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체크리스트를 인쇄해 나눠줄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'두 개만'이 중요하다. 8개를 다 지적받으면 학생이 무너진다.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학생들이 03부터 손대는 경우가 많다. 순서를 판서해두고 계획표를 쓰게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일주일에 세 개면 충분하다. 더 고치려다 완성도가 떨어지는 경우가 더 많다고 미리 말해줄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  ·  PHASE 3 완성과 발표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리허설 및 동료 피드백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발표 리허설로 완성도를 점검하고,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마지막 보완 우선순위를 정합니다.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보완본 + 보완 계획표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발표를 시간 안에 끝낼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재보지 않으면 반드시 넘깁니다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346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7432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남의 눈으로 내 약점을 확인한다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0540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본인에게는 안 보이는 것이 있습니다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7673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일주일에 고칠 세 가지를 정한다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40782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 고치려 하면 아무것도 못 고칩니다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79145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0118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이후에는 새로 만들지 마세요. 다듬기만 합니다.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14주차 최종 리허설 및 동료 피드백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리허설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조별로 돌아가며 실제로 발표합니다. 시간을 정확히 잽니다.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TIMING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 관리 세 가지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3분은 생각보다 짧습니다.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앞부분을 짧게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자기소개에 1분을 쓰면 프로젝트 이야기가 사라집니다. 20초 안에 끝내세요.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전환을 미리 정한다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문장에서 어느 화면으로 넘길지 표시해 둡니다. 즉석에서 찾으면 시간이 샙니다.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마지막 20초를 남긴다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링크와 마무리 인사를 할 자리. 시간에 쫓겨 못 하면 어디서 더 볼 수 있는지 전달이 안 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3분을 넘기면 기말 발표에서는 중단됩니다. 오늘 반드시 맞춰 두세요.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14주차 최종 리허설 및 동료 피드백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동료 평가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취향이 아니라 체크리스트로 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동료 피드백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발표를 들으며 이 항목으로 표시하고, 끝나면 두 가지만 말해줍니다.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하는 사람인지 20초 안에 알았다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문장이 한 문장으로 들렸다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그렇게 판단했는지 이해됐다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달라졌는지 들었다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 안에 끝났다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화면과 말이 따로 놀지 않았다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포트폴리오를 더 보고 싶어졌다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링크나 연락처를 들었다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체크가 안 된 항목 중 두 개만 골라 말해 주세요. 전부 말하면 받는 사람이 소화하지 못합니다.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14주차 최종 리허설 및 동료 피드백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보완 우선순위 정하기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지적을 이 순서로 처리합니다.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판단에 영향을 주는 것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문장이 안 읽힌다, 내 역할이 불분명하다 같은 것. 가장 먼저 고칩니다. 시간이 적게 들고 효과가 큽니다.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완성도에 관한 것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톤이 안 맞는다, 정렬이 어긋난다. 두 번째로 고칩니다. 시간은 걸리지만 티가 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취향에 관한 것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색이 마음에 안 든다, 서체가 어떻다. 마지막입니다. 대개 안 고쳐도 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일주일에 01에서 두 개, 02에서 한 개면 충분합니다. 그 이상은 욕심입니다.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14주차 최종 리허설 및 동료 피드백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주가 마지막입니다.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리허설 보완본 제출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받은 피드백 중 우선순위 3개를 반영합니다. 무엇을 고쳤는지 함께 적습니다.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포트폴리오 완성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링크와 PDF를 모두 최종 상태로. 파일명과 링크를 다시 점검하세요.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15주차 수업 전까지 · 최종본 제출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기말 발표 및 종합 평가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개인별 최종 발표 각 7분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피드백 및 총평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 성과 자기평가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차년도 준비 방향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포트폴리오 (링크 + PDF) · 발표 스크립트 · 이력서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14주차 최종 리허설 및 동료 피드백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14주차 최종 리허설 및 동료 피드백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2026-09-15T12:41:29Z</dcterms:created>
  <dcterms:modified xsi:type="dcterms:W3CDTF">2026-09-15T12:41:29Z</dcterms:modified>
</cp:coreProperties>
</file>