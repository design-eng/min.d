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원본은 '팀별 발표 각 5분'이지만 개인 포트폴리오 과목이라 개인 발표로 잡았다. 20명이면 70분에 5분씩은 14명분이므로, 인원에 따라 4분으로 줄이거나 2주에 나눠 진행해야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시작 전에 이 슬라이드를 띄우고 한 번 읽어줄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시간 배분을 화면에 띄워두고 발표를 진행하면 스스로 조절한다.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오른쪽 발표를 하면 5분을 쓰고 아무것도 못 얻는다는 점을 실감시킬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발표가 다 끝난 뒤 10분 동안 이 슬라이드를 보며 작성하게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03을 요구하는 것이 이 슬라이드의 핵심 장치. 학생들은 모든 피드백을 반영하려다 지친다.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10~11주 부하를 미리 경고하면 준비하는 학생이 늘어난다.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'안 할 것'을 명시하게 하는 것이 핵심이다. 모든 피드백을 반영하려다 방향이 흔들리는 경우가 가장 많다.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  ·  PHASE 2 콘텐츠 구조화와 비주얼 시스템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중간 발표 및 피드백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중간 진행 상황을 체계적으로 발표하고,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동료와 교수 피드백으로 방향을 점검합니다.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자료 + 동료 피드백 시트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5분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잘된 것을 보여주는 자리가 아니라, 막힌 것을 드러내는 자리입니다.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구성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5분을 이렇게 나눠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나는 이런 사람으로 보이려 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직무와 방향 문장 한 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이런 구성으로 짰다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스토리라인 한 장 — 프로젝트 목록과 순서, 그 이유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대표 프로젝트 하나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문장을 소리 내어 읽고, 리서치와 과정 페이지를 보여줍니다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 30초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막힌 것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가지만. 구체적으로. 이 부분에 피드백이 집중됩니다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1분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4번을 빼면 오늘 얻어 가는 것이 거의 없습니다. 반드시 준비해 오세요.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8주차 중간 발표 및 피드백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피드백을 부르는 발표와 아닌 발표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481328"/>
            <a:ext cx="5254600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81328"/>
            <a:ext cx="5254600" cy="640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점검받는 발표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481328"/>
            <a:ext cx="5254600" cy="3419856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755648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자랑하는 발표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"저는 ○○ 직무를 목표로 합니다"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54203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"제 첫 번째 프로젝트는…"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2907792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2907792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보여주는 것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하나를 깊게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2962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보여주는 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200400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전부를 얕게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566160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566160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막힌 지점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구체적으로 하나를 말함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621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막힌 지점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3858768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 또는 "전반적으로요"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42416" y="4224528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9352" y="4224528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받는 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 수 있는 조언 3~4개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99352" y="4279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받는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9352" y="45171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"잘했네요" 한마디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8주차 중간 발표 및 피드백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피드백을 어떻게 다루나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받는 것보다 분류하는 것이 어렵습니다.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피드백 세 칸으로 나누기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즉시 분류하지 않으면 하루 뒤에 다 잊힙니다.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고친다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작고 명확한 것. 표기 통일, 오탈자, 순서 바꾸기. 이번 주에 끝냅니다.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나중에 고친다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작업이 필요한 것. 페이지 재구성, 이미지 재촬영. 몇 주차에 할지 적어 둡니다.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고친다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방향과 맞지 않는 조언. 왜 안 하는지 한 줄로 적습니다. 적어두지 않으면 계속 흔들립니다.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03이 비어 있으면 분류를 안 한 것입니다. 모든 조언이 옳은 것은 아닙니다.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8주차 중간 발표 및 피드백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남은 일정 — 7주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이후 무엇을 언제 하는지 확인하세요.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9주 — 비주얼 아이덴티티와 그리드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톤앤매너를 정하고 레이아웃 시스템을 만듭니다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40670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71293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571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479853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10–11주 — 편집디자인 실습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790749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3장씩, 총 6장을 실제로 만듭니다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57055" y="2571293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바쁨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16748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33207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320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24063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12주 — 온라인 포트폴리오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355153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플랫폼을 정하고 업로드합니다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392826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09285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928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400141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13주 — 이력서 연계와 피칭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88720" y="431231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스크립트를 씁니다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68904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853635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536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88720" y="4762195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14–15주 — 리허설과 기말 발표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188720" y="5073091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완성본 제출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10–11주가 가장 힘듭니다. 그 전에 원본 이미지와 자료를 다 확보해 두세요.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8주차 중간 발표 및 피드백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9주차부터는 비주얼 시스템을 잡습니다.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수정 계획표 작성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피드백을 전부 적고, 반영할 것과 안 할 것을 나눕니다. 반영할 것은 몇 주차에 할지 적습니다.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레퍼런스 이미지 20장 수집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 무드보드 재료입니다. 포트폴리오가 아니라 톤앤매너 레퍼런스 — 색·타이포·사진 스타일.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9주차 수업 전까지 · 수정 계획표와 함께 제출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비주얼 아이덴티티 / 레이아웃 기획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· 타이포그래피 톤앤매너 설정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무드보드 제작 방법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 시스템의 역할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 설계 실습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계획표 · 레퍼런스 이미지 20장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8주차 중간 발표 및 피드백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8주차 중간 발표 및 피드백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2026-10-06T13:04:14Z</dcterms:created>
  <dcterms:modified xsi:type="dcterms:W3CDTF">2026-10-06T13:04:14Z</dcterms:modified>
</cp:coreProperties>
</file>