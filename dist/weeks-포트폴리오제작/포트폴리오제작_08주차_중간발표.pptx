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원본은 '팀별 발표 각 5분'이지만 개인 포트폴리오 과목이라 개인 발표로 잡았다. 20명이면 70분에 5분씩은 14명분이므로, 인원에 따라 4분으로 줄이거나 2주에 나눠 진행해야 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발표마다 즉시 30초 코멘트를 주는 편이 마지막에 몰아서 하는 것보다 효과적이다. 타이머를 화면에 띄우고 5분에서 정확히 끊을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5주차에도 같은 말을 했지만 여기서 한 번 더. 실제로 이번이 마지막이다.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시작 전에 이 슬라이드를 띄우고 한 번 읽어줄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시간 배분을 화면에 띄워두고 발표를 진행하면 스스로 조절한다.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오른쪽 발표를 하면 5분을 쓰고 아무것도 못 얻는다는 점을 실감시킬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발표가 다 끝난 뒤 10분 동안 이 슬라이드를 보며 작성하게 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03을 요구하는 것이 이 슬라이드의 핵심 장치. 학생들은 모든 피드백을 반영하려다 지친다.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10~11주 부하를 미리 경고하면 준비하는 학생이 늘어난다.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'안 할 것'을 명시하게 하는 것이 핵심이다. 모든 피드백을 반영하려다 방향이 흔들리는 경우가 가장 많다.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08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894015" y="713232"/>
            <a:ext cx="3657600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08</a:t>
            </a:r>
            <a:endParaRPr lang="en-US" sz="13200" dirty="0"/>
          </a:p>
        </p:txBody>
      </p:sp>
      <p:sp>
        <p:nvSpPr>
          <p:cNvPr id="7" name="Shape 5"/>
          <p:cNvSpPr/>
          <p:nvPr/>
        </p:nvSpPr>
        <p:spPr>
          <a:xfrm>
            <a:off x="941832" y="877824"/>
            <a:ext cx="0" cy="603504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239926"/>
            <a:ext cx="301752" cy="241402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239926"/>
            <a:ext cx="301752" cy="241402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901952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08  ·  PHASE 2 콘텐츠 구조화와 비주얼 시스템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194560"/>
            <a:ext cx="859536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48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중간 발표 및 피드백</a:t>
            </a:r>
            <a:endParaRPr lang="en-US" sz="48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78638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6E6E6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중간 진행 상황을 체계적으로 발표하고,</a:t>
            </a: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6E6E6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동료와 교수 피드백으로 방향을 점검합니다.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40080" y="4443984"/>
            <a:ext cx="2743200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464515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과목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1645920" y="4645152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실내·산업디자인학과 3학년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40080" y="502920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1645920" y="5029200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120분 — 발표 80분 · 동료 피드백 작성 10분 · 종합 정리 10분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40080" y="541324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제출물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1645920" y="5413248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발표 자료 + 동료 피드백 시트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WONKWANG UNIV · 2026-2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08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TODAY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오늘의 120분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발표 80분 · 동료 피드백 작성 10분 · 종합 정리 10분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82496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719072"/>
            <a:ext cx="1600200" cy="691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00:00–00:10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2377440" y="1719072"/>
            <a:ext cx="6888175" cy="691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발표 순서 · 피드백 규칙 안내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9265615" y="1719072"/>
            <a:ext cx="2286000" cy="691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안내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40080" y="239268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2410968"/>
            <a:ext cx="1600200" cy="691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00:10–01:00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2377440" y="2410968"/>
            <a:ext cx="6888175" cy="691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개인별 발표 1부 · 각 6분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9265615" y="2410968"/>
            <a:ext cx="2286000" cy="691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발표 + 즉시 코멘트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40080" y="3084576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3102864"/>
            <a:ext cx="1600200" cy="691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01:00–01:10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2377440" y="3102864"/>
            <a:ext cx="6888175" cy="691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휴식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40080" y="3776472"/>
            <a:ext cx="10911535" cy="7315"/>
          </a:xfrm>
          <a:prstGeom prst="rect">
            <a:avLst/>
          </a:prstGeom>
          <a:solidFill>
            <a:srgbClr val="EFEFEF"/>
          </a:solidFill>
          <a:ln w="12700">
            <a:solidFill>
              <a:srgbClr val="EFEFE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" y="3794760"/>
            <a:ext cx="1600200" cy="691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01:10–01:40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2377440" y="3794760"/>
            <a:ext cx="6888175" cy="691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개인별 발표 2부 · 각 6분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9265615" y="3794760"/>
            <a:ext cx="2286000" cy="691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발표 + 즉시 코멘트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40080" y="4468368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4486656"/>
            <a:ext cx="1600200" cy="691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01:40–01:50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2377440" y="4486656"/>
            <a:ext cx="6888175" cy="691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동료 피드백 작성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9265615" y="4486656"/>
            <a:ext cx="2286000" cy="691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개인 워크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640080" y="5160264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5178552"/>
            <a:ext cx="1600200" cy="691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01:50–02:00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2377440" y="5178552"/>
            <a:ext cx="6888175" cy="691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피드백 및 잔여 일정 점검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9265615" y="5178552"/>
            <a:ext cx="2286000" cy="691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640080" y="5852160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8주차 중간 발표 및 피드백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P.01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08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OBJECTIVES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오늘 끝나면 여러분은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640080" y="166420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1810512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810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188720" y="1719072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5분 안에 진행 상황을 설명할 수 있다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1188720" y="2029968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구조를 갖춘 발표 — 자랑이 아니라 점검을 받는 자리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40080" y="2670048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2834640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28346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188720" y="2743200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받은 피드백을 분류할 수 있다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1188720" y="3054096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전부 반영하는 것이 아니라 우선순위를 정하는 일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40080" y="3694176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0080" y="3858768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8587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188720" y="3767328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남은 7주의 계획을 세운다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1188720" y="4078224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무엇을 언제 고칠지 오늘 정합니다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" y="4791456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4901184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오늘이 방향을 크게 바꿀 수 있는 마지막 시점입니다. 9주차부터는 다듬는 단계입니다.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8주차 중간 발표 및 피드백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P.02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08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01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01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발표 5분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잘된 것을 보여주는 자리가 아니라, 막힌 것을 드러내는 자리입니다.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01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08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STRUCTURE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발표 구성 체크리스트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5분을 이렇게 나눠 씁니다.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6420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" y="1810512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1810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188720" y="1719072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나는 이런 사람으로 보이려 한다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1188720" y="2029968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목표 직무와 방향 문장 한 줄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357055" y="1810512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12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30초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40080" y="2596896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0080" y="2761488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080" y="27614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188720" y="2670048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이런 구성으로 짰다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1188720" y="2980944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스토리라인 한 장 — 프로젝트 목록과 순서, 그 이유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9357055" y="2761488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12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1분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40080" y="35478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40080" y="3712464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0080" y="371246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188720" y="3621024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대표 프로젝트 하나</a:t>
            </a:r>
            <a:endParaRPr lang="en-US" sz="1450" dirty="0"/>
          </a:p>
        </p:txBody>
      </p:sp>
      <p:sp>
        <p:nvSpPr>
          <p:cNvPr id="25" name="Text 23"/>
          <p:cNvSpPr/>
          <p:nvPr/>
        </p:nvSpPr>
        <p:spPr>
          <a:xfrm>
            <a:off x="1188720" y="3931920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 문장을 소리 내어 읽고, 리서치와 과정 페이지를 보여줍니다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9357055" y="3712464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12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2분 30초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40080" y="4498848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40080" y="4663440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46634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1188720" y="457200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지금 막힌 것</a:t>
            </a:r>
            <a:endParaRPr lang="en-US" sz="1450" dirty="0"/>
          </a:p>
        </p:txBody>
      </p:sp>
      <p:sp>
        <p:nvSpPr>
          <p:cNvPr id="31" name="Text 29"/>
          <p:cNvSpPr/>
          <p:nvPr/>
        </p:nvSpPr>
        <p:spPr>
          <a:xfrm>
            <a:off x="1188720" y="4882896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가지만. 구체적으로. 이 부분에 피드백이 집중됩니다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9357055" y="4663440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12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1분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640080" y="5522976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5632704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4번을 빼면 오늘 얻어 가는 것이 거의 없습니다. 반드시 준비해 오세요.</a:t>
            </a:r>
            <a:endParaRPr lang="en-US" sz="1250" dirty="0"/>
          </a:p>
        </p:txBody>
      </p:sp>
      <p:sp>
        <p:nvSpPr>
          <p:cNvPr id="35" name="Shape 33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8주차 중간 발표 및 피드백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P.03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08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COMPARE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피드백을 부르는 발표와 아닌 발표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640080" y="1481328"/>
            <a:ext cx="5254600" cy="3419856"/>
          </a:xfrm>
          <a:prstGeom prst="rect">
            <a:avLst/>
          </a:prstGeom>
          <a:solidFill>
            <a:srgbClr val="F2F2F2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42416" y="1755648"/>
            <a:ext cx="4449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점검받는 발표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6297016" y="1481328"/>
            <a:ext cx="5254600" cy="3419856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699352" y="1755648"/>
            <a:ext cx="4449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B9B9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자랑하는 발표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1042416" y="230428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시작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042416" y="2542032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"저는 ○○ 직무를 목표로 합니다"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6699352" y="230428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시작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6699352" y="2542032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"제 첫 번째 프로젝트는…"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1042416" y="2907792"/>
            <a:ext cx="4449928" cy="7315"/>
          </a:xfrm>
          <a:prstGeom prst="rect">
            <a:avLst/>
          </a:prstGeom>
          <a:solidFill>
            <a:srgbClr val="D2D2D2"/>
          </a:solidFill>
          <a:ln w="12700">
            <a:solidFill>
              <a:srgbClr val="D2D2D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699352" y="2907792"/>
            <a:ext cx="4449928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42416" y="296265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보여주는 것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042416" y="3200400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대표 하나를 깊게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699352" y="296265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보여주는 것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6699352" y="3200400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전부를 얕게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1042416" y="3566160"/>
            <a:ext cx="4449928" cy="7315"/>
          </a:xfrm>
          <a:prstGeom prst="rect">
            <a:avLst/>
          </a:prstGeom>
          <a:solidFill>
            <a:srgbClr val="D2D2D2"/>
          </a:solidFill>
          <a:ln w="12700">
            <a:solidFill>
              <a:srgbClr val="D2D2D2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699352" y="3566160"/>
            <a:ext cx="4449928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042416" y="362102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막힌 지점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042416" y="3858768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구체적으로 하나를 말함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6699352" y="362102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막힌 지점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6699352" y="3858768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없음 또는 "전반적으로요"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1042416" y="4224528"/>
            <a:ext cx="4449928" cy="7315"/>
          </a:xfrm>
          <a:prstGeom prst="rect">
            <a:avLst/>
          </a:prstGeom>
          <a:solidFill>
            <a:srgbClr val="D2D2D2"/>
          </a:solidFill>
          <a:ln w="12700">
            <a:solidFill>
              <a:srgbClr val="D2D2D2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699352" y="4224528"/>
            <a:ext cx="4449928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042416" y="427939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받는 것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1042416" y="4517136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쓸 수 있는 조언 3~4개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6699352" y="427939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받는 것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6699352" y="4517136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"잘했네요" 한마디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8주차 중간 발표 및 피드백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P.04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08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02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02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피드백을 어떻게 다루나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받는 것보다 분류하는 것이 어렵습니다.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02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08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SORT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피드백 세 칸으로 나누기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받은 즉시 분류하지 않으면 하루 뒤에 다 잊힙니다.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37360"/>
            <a:ext cx="3393338" cy="303580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24128" y="2011680"/>
            <a:ext cx="365760" cy="365760"/>
          </a:xfrm>
          <a:prstGeom prst="ellipse">
            <a:avLst/>
          </a:prstGeom>
          <a:solidFill>
            <a:srgbClr val="11111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24128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지금 고친다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24128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작고 명확한 것. 표기 통일, 오탈자, 순서 바꾸기. 이번 주에 끝냅니다.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99178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783226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8322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783226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나중에 고친다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4783226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작업이 필요한 것. 페이지 재구성, 이미지 재촬영. 몇 주차에 할지 적어 둡니다.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58277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542325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542325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8542325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안 고친다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8542325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 방향과 맞지 않는 조언. 왜 안 하는지 한 줄로 적습니다. 적어두지 않으면 계속 흔들립니다.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5084064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193792"/>
            <a:ext cx="109115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03이 비어 있으면 분류를 안 한 것입니다. 모든 조언이 옳은 것은 아닙니다.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8주차 중간 발표 및 피드백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P.05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08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REMAINING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남은 일정 — 7주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 이후 무엇을 언제 하는지 확인하세요.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6420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" y="1810512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1810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188720" y="1719072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9주 — 비주얼 아이덴티티와 그리드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1188720" y="2029968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톤앤매너를 정하고 레이아웃 시스템을 만듭니다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0080" y="2406701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0080" y="2571293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2571293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1188720" y="2479853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10–11주 — 편집디자인 실습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1188720" y="2790749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페이지 3장씩, 총 6장을 실제로 만듭니다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9357055" y="2571293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12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가장 바쁨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40080" y="316748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40080" y="3332074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0080" y="333207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1188720" y="3240634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12주 — 온라인 포트폴리오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1188720" y="3551530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플랫폼을 정하고 업로드합니다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40080" y="392826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40080" y="4092854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409285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188720" y="4001414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13주 — 이력서 연계와 피칭</a:t>
            </a:r>
            <a:endParaRPr lang="en-US" sz="1450" dirty="0"/>
          </a:p>
        </p:txBody>
      </p:sp>
      <p:sp>
        <p:nvSpPr>
          <p:cNvPr id="29" name="Text 27"/>
          <p:cNvSpPr/>
          <p:nvPr/>
        </p:nvSpPr>
        <p:spPr>
          <a:xfrm>
            <a:off x="1188720" y="4312310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발표 스크립트를 씁니다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40080" y="4689043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40080" y="4853635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0080" y="4853635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1188720" y="4762195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14–15주 — 리허설과 기말 발표</a:t>
            </a:r>
            <a:endParaRPr lang="en-US" sz="1450" dirty="0"/>
          </a:p>
        </p:txBody>
      </p:sp>
      <p:sp>
        <p:nvSpPr>
          <p:cNvPr id="34" name="Text 32"/>
          <p:cNvSpPr/>
          <p:nvPr/>
        </p:nvSpPr>
        <p:spPr>
          <a:xfrm>
            <a:off x="1188720" y="5073091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완성본 제출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640080" y="5522976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0080" y="5632704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10–11주가 가장 힘듭니다. 그 전에 원본 이미지와 자료를 다 확보해 두세요.</a:t>
            </a:r>
            <a:endParaRPr lang="en-US" sz="1250" dirty="0"/>
          </a:p>
        </p:txBody>
      </p:sp>
      <p:sp>
        <p:nvSpPr>
          <p:cNvPr id="37" name="Shape 35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8주차 중간 발표 및 피드백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P.06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08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HOMEWORK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과제와 다음 주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9주차부터는 비주얼 시스템을 잡습니다.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19072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69264" y="1993392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9264" y="19933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426464" y="1810512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수정 계획표 작성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426464" y="2121408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받은 피드백을 전부 적고, 반영할 것과 안 할 것을 나눕니다. 반영할 것은 몇 주차에 할지 적습니다.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0080" y="2743200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69264" y="3017520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9264" y="30175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426464" y="2834640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레퍼런스 이미지 20장 수집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426464" y="3145536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9주차 무드보드 재료입니다. 포트폴리오가 아니라 톤앤매너 레퍼런스 — 색·타이포·사진 스타일.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40080" y="3785616"/>
            <a:ext cx="6309360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877056"/>
            <a:ext cx="6309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 — 9주차 수업 전까지 · 수정 계획표와 함께 제출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7351776" y="1719072"/>
            <a:ext cx="4199839" cy="380390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35824" y="1993392"/>
            <a:ext cx="343174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NEXT WEEK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7735824" y="2286000"/>
            <a:ext cx="3431743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09주차</a:t>
            </a:r>
            <a:endParaRPr lang="en-US" sz="2600" dirty="0"/>
          </a:p>
        </p:txBody>
      </p:sp>
      <p:sp>
        <p:nvSpPr>
          <p:cNvPr id="24" name="Text 22"/>
          <p:cNvSpPr/>
          <p:nvPr/>
        </p:nvSpPr>
        <p:spPr>
          <a:xfrm>
            <a:off x="7735824" y="2743200"/>
            <a:ext cx="3431743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비주얼 아이덴티티 / 레이아웃 기획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7735824" y="3346704"/>
            <a:ext cx="3431743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35824" y="3493008"/>
            <a:ext cx="3431743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컬러 · 타이포그래피 톤앤매너 설정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무드보드 제작 방법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그리드 시스템의 역할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그리드 설계 실습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7735824" y="4700016"/>
            <a:ext cx="3431743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735824" y="4809744"/>
            <a:ext cx="343174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미리 준비할 것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7735824" y="5065776"/>
            <a:ext cx="343174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수정 계획표 · 레퍼런스 이미지 20장 · 노트북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8주차 중간 발표 및 피드백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P.07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MIN.D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포트폴리오제작 · 8주차 중간 발표 및 피드백</dc:title>
  <dc:subject>원광대학교 2026-2 · 실내·산업디자인학과 3학년 · 15주 · 포트폴리오 완성과 발표</dc:subject>
  <dc:creator>MIN.D</dc:creator>
  <cp:lastModifiedBy>MIN.D</cp:lastModifiedBy>
  <cp:revision>1</cp:revision>
  <dcterms:created xsi:type="dcterms:W3CDTF">2026-09-06T01:39:01Z</dcterms:created>
  <dcterms:modified xsi:type="dcterms:W3CDTF">2026-09-06T01:39:01Z</dcterms:modified>
</cp:coreProperties>
</file>