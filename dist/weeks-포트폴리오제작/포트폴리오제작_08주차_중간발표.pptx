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즉시 30초 코멘트를 주는 편이 마지막에 몰아서 하는 것보다 효과적이다. 타이머를 화면에 띄우고 5분에서 정확히 끊을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08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및 피드백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발표 70분 · 동료 피드백 작성 10분 · 종합 정리 10분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70분 · 동료 피드백 작성 10분 · 종합 정리 10분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00:00–01:10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· 각 5분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잔여 일정 점검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포트폴리오의 강한 지점과 약한 지점을 남의 눈으로 확인하고, 남은 7주의 수정 우선순위를 정합니다.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4074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5분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389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피드백을 부르는 발표와 아닌 발표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97016" y="1481328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42416" y="290779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99352" y="290779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56616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56616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4224528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4224528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피드백을 어떻게 다루나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것보다 분류하는 것이 어렵습니다.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세 칸으로 나누기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일정 — 7주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