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비주얼 아이덴티티 / 레이아웃 기획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톤앤매너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컬러는 세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타이포는 세 단계 · 서체는 한두 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캡션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 시스템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그리드에서 정할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칼럼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무드보드와 그리드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75분 · 개인 — 두 개를 이어서 만듭니다. 사이에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