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25분 · 무드보드 40분 · 그리드 설계 35분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40분 · 그리드 설계 35분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무드보드 제작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그리드 시스템 설계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75분 · 개인 — 두 개를 이어서 만듭니다. 사이에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