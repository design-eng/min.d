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 정한 시스템으로 10~11주에 6장을 만든다. 여기서 대충 넘어가면 페이지마다 다른 디자인이 나와 마지막에 전부 다시 손봐야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'시스템 = 판단 횟수를 줄이는 장치'라는 프레임으로 설명하면 학생들이 필요성을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2주차 '어떤 인상으로 남을 것인가'와 연결해서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배경과 장식에 힘을 주다 작업이 안 보이는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'강조색 하나' 원칙은 학생들이 가장 자주 어긴다. 실습 순회에서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서체를 3~4벌 섞는 경우가 많다. 굵기 차이로 충분하다는 점을 예시로 보일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템플릿을 화면에 띄우고 마진·단 수를 조정해 보이며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그리드를 만들고 안 쓰는 학생이 많다. 10주차 실습에서 가이드를 켜둔 채 작업하게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적용 테스트가 검증 장치다. 여기서 안 맞으면 10주차에 전부 다시 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표지·소개를 미리 만들게 하면 시스템의 문제가 10주차 전에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09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비주얼 아이덴티티 / 레이아웃 기획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 전체의 톤앤매너를 정하고,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모든 페이지에 적용할 그리드 시스템을 설계합니다.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· 레이아웃 시스템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포트폴리오의 톤을 한 단어로 말할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정교한 / 실험적인 / 담백한 중 하나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컬러와 타이포를 규칙으로 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페이지마다 고민하지 않도록 미리 정해 둡니다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그리드를 만들고 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정렬을 매번 눈대중으로 하지 않게 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목적은 예쁘게 만드는 것이 아니라, 10주차부터 고민할 거리를 줄이는 것입니다.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톤앤매너 정하기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25분. 취향을 고르는 게 아니라 2주차에 정한 방향에 맞추는 일입니다.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비주얼은 내용을 도와야지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내용과 경쟁하면 안 됩니다.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포트폴리오의 주인공은 프로젝트입니다. 배경 그래픽이 화려하면 작업이 묻힙니다. 특히 결과 이미지가 강한 작업일수록 지면은 조용해야 합니다.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09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컬러는 세 개면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쓸수록 통일감이 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바탕색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지면의 70~80%. 흰색 또는 아주 옅은 회색이 무난합니다. 어두운 바탕은 인쇄와 화면에서 결과가 크게 달라지니 주의.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글자색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완전한 검정보다 살짝 낮춘 진회색이 읽기 편합니다. 본문과 캡션에 명도 차를 둡니다.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강조색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딱 하나. 제목 · 태그 · 구분 요소에만 씁니다. 두 개가 되는 순간 강조가 아니게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결과 이미지의 색이 이미 다양합니다. 지면 색까지 많으면 정리가 안 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타이포는 세 단계 · 서체는 한두 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정하고 학기 끝까지 바꾸지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페이지에서 가장 큰 것. 프로젝트명과 문제 문장에 씁니다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본문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글. 읽기 편한 크기와 줄간격이 우선입니다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캡션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설명 · 연도 · 역할 표기. 작고 옅게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서체는 한 벌, 많아야 두 벌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한글 서체 하나로 굵기 차이만 써도 충분합니다. 두 벌을 쓴다면 제목용과 본문용으로 역할을 나눕니다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단계의 크기 차이는 확실하게 두세요. 애매하면 위계가 없는 것과 같습니다.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그리드 시스템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정렬을 매번 눈으로 맞추지 않기 위한 장치입니다.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GRID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그리드에서 정할 것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정하면 모든 페이지에 그대로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마진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가장자리 여백. 상하좌우를 정하고 예외를 두지 않습니다. 전면 이미지만 예외로 허용합니다.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칼럼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 분할. 12칼럼이면 2·3·4·6단으로 나눠 쓸 수 있어 유연합니다. 8칼럼도 무난합니다.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기준선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요소들이 걸리는 가로선. 제목 위치·이미지 상단을 여기 맞추면 페이지가 넘어가도 흔들리지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그리드는 지키기 위한 것이지만, 의도적으로 깨는 페이지 하나쯤은 강조가 됩니다. 다만 의도가 있어야 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무드보드와 그리드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75분 · 개인 — 두 개를 이어서 만듭니다. 사이에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톤 한 단어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가져온 레퍼런스 20장을 늘어놓고 반복되는 인상을 한 단어로 뽑습니다.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무드보드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7977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레퍼런스에서 컬러 3개와 서체 후보를 뽑아 한 장으로 정리합니다. 타이포 3단계 크기도 정합니다.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그리드 만들기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7490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템플릿에서 마진과 칼럼을 조정합니다. 가로형/세로형 중 포맷을 먼저 정하세요.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적용 테스트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71830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그리드에 6주차 리서치 페이지를 얹어 봅니다. 안 맞으면 그리드를 고칩니다.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10주차부터 실제 페이지를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무드보드 · 레이아웃 시스템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팔레트 · 타이포 스케일 · 그리드 규격을 한 장으로 정리합니다. 이 한 장이 학기 후반의 기준 문서입니다.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표지와 소개 페이지 시안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시스템을 적용해 표지 1장, 소개 1장을 만들어 봅니다. 시스템이 실제로 작동하는지 확인하는 용도입니다.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10주차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편집디자인 실습 Ⅰ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 위계 — 제목 · 본문 · 캡션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적용 실습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여백과 정렬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 제작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· 그리드 시스템 · 프로젝트 자료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9주차 비주얼 아이덴티티 / 레이아웃 기획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2026-09-15T09:19:56Z</dcterms:created>
  <dcterms:modified xsi:type="dcterms:W3CDTF">2026-09-15T09:19:56Z</dcterms:modified>
</cp:coreProperties>
</file>