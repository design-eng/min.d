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이력서 연계 및 피칭 준비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이력서와 맞추기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맞춰야 할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3분 스크립트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글이 아니라 말하는 글로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피칭 구조 — 문제 · 해결 · 임팩트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해결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말하는 글과 읽는 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스크립트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다 쓴 사람부터 피드백을 받습니다.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