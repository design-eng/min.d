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이력서를 안 써 온 학생이 있으면 오늘 연계 작업을 할 수 없다. 12주차 과제에서 미리 받아둘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학생들이 발표를 '설명'으로 생각한다. '남기는 것'으로 프레임을 바꿔줄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이력서 작성법 수업이 아니다. '연계'에만 집중할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나란히 놓고 읽기를 실습 시작 전에 5분만 시켜도 문제가 여러 개 발견된다.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구조를 주고 바로 쓰게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'하나만'을 강하게 말할 것. 매년 전부 말하려다 시간을 넘긴다.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학생들이 발표 원고를 보고서체로 쓴다. 이 대비를 소리 내어 읽어 보이면 바로 이해한다.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소리 내어 읽기를 부끄러워하면 복도나 빈 자리로 흩어지게 할 것. 안 읽으면 의미가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'소리 내어 읽고 시간 재기'를 반드시 시킬 것. 안 하면 14주차 리허설에서 전부 시간을 넘긴다.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13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  ·  PHASE 3 완성과 발표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이력서 연계 및 피칭 준비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이력서·자기소개서와 포트폴리오를 하나로 맞추고,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발표 스크립트를 씁니다.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실내·산업디자인학과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피칭 스크립트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 끝나면 여러분은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이력서와 포트폴리오를 일관되게 맞출 수 있다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문서가 같은 강점을 말해야 합니다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6700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346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27432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3분 스크립트를 구조에 맞게 쓸 수 있다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88720" y="30540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· 해결 · 임팩트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69417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85876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376732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짧은 시간에 핵심을 남길 수 있다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88720" y="407822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 말하는 것과 남기는 것은 다릅니다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13주차 이력서 연계 및 피칭 준비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이력서와 맞추기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20분. 두 문서가 다른 사람을 설명하면 둘 다 신뢰를 잃습니다.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ALIGN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맞춰야 할 세 가지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내용을 새로 쓰는 게 아니라 표현을 통일하는 일입니다.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강점 표현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이력서에 "사용자 리서치"라고 썼으면 포트폴리오에도 같은 말이 나와야 합니다. 다른 단어를 쓰면 다른 역량으로 읽힙니다.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이름과 역할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이력서의 프로젝트명·기간·역할 표기를 포트폴리오와 똑같이 맞춥니다. 다르면 확인 과정에서 의심을 삽니다.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순서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이력서에서 먼저 언급한 프로젝트가 포트폴리오에서도 앞에 있어야 합니다. 순서가 강조를 말합니다.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문서를 나란히 놓고 읽어보세요. 같은 사람 이야기로 들리면 통과입니다.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13주차 이력서 연계 및 피칭 준비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3분 스크립트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읽는 글이 아니라 말하는 글로 씁니다.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SCRIPT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피칭 구조 — 문제 · 해결 · 임팩트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3분을 이렇게 나눠 씁니다.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71907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나는 누구인가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이름과 목표 직무, 한 줄 강점. 자기소개가 아니라 방향 선언입니다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57055" y="18105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20초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40670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57129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57129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2479853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88720" y="2790749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프로젝트의 문제 문장을 그대로 말합니다. 6주차에 다듬은 그 문장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57055" y="2571293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40초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16748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33207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33207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8720" y="324063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해결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188720" y="355153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어떻게 판단했는가. 갈림길 하나만 골라 이야기합니다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57055" y="333207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392826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09285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0928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8720" y="400141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임팩트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188720" y="431231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달라졌는가. 없으면 무엇을 배웠는가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57055" y="409285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40초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468904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4853635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8536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88720" y="4762195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마무리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1188720" y="5073091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나머지 작업은 어디서 볼 수 있는지. 링크를 말합니다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357055" y="4853635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20초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하나만 이야기합니다. 세 개를 다 말하려 하면 아무것도 안 남습니다.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13주차 이력서 연계 및 피칭 준비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말하는 글과 읽는 글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내용을 두 방식으로 쓴 것입니다.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5254600" cy="3419856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말하는 글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97016" y="1627632"/>
            <a:ext cx="5254600" cy="3419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9352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B9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읽는 글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42416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문장 길이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문장에 하나의 뜻, 짧게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99352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문장 길이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99352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쉼표로 이어진 긴 문장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42416" y="3054096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99352" y="3054096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어투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"이때 두 가지 방법이 있었어요"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9935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어투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99352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"본 프로젝트에서는 두 가지 접근을 고려하였다"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42416" y="3712464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9352" y="3712464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"세 명을 만났습니다"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99352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99352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"3인 대상 심층 인터뷰 실시"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42416" y="4370832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99352" y="4370832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42416" y="466344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듣는 사람이 따라온다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699352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99352" y="466344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듣는 사람이 놓친다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13주차 이력서 연계 및 피칭 준비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· 스크립트 작성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45분 · 개인 — 다 쓴 사람부터 피드백을 받습니다.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하나 고르기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80560" y="1810512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자신 있게 설명할 수 있는 것으로. 가장 잘 만든 것과 다를 수 있습니다.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다섯 덩어리 쓰기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480560" y="2779776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 구조대로 씁니다. 시간 배분을 옆에 적어두고 분량을 맞춥니다.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소리 내어 읽기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80560" y="3749040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실제로 읽으면서 시간을 잽니다. 3분을 넘으면 3번 해결 부분을 줄입니다.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고쳐 쓰기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480560" y="4718304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읽다가 걸린 문장을 말하는 글로 바꿉니다.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13주차 이력서 연계 및 피칭 준비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주는 리허설입니다.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피칭 스크립트 완성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 분량. 소리 내어 읽어보고 시간을 재서 조정합니다. 읽는 글이 아니라 말하는 글로 씁니다.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이력서 수정본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포트폴리오와 표현·강조점을 맞춘 버전. 두 문서가 다른 사람을 설명하지 않게 합니다.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85616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77056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14주차 수업 전까지 · 클래스룸 업로드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14주차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최종 리허설 및 동료 피드백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시간 관리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동료 피드백 체크리스트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보완 우선순위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조별 리허설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피칭 스크립트 · 최종 포트폴리오 · 이력서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13주차 이력서 연계 및 피칭 준비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포트폴리오제작 · 13주차 이력서 연계 및 피칭 준비</dc:title>
  <dc:subject>원광대학교 2026-2 · 실내·산업디자인학과 3학년 · 15주 · 포트폴리오 완성과 발표</dc:subject>
  <dc:creator>MIN.D</dc:creator>
  <cp:lastModifiedBy>MIN.D</cp:lastModifiedBy>
  <cp:revision>1</cp:revision>
  <dcterms:created xsi:type="dcterms:W3CDTF">2026-09-15T12:41:29Z</dcterms:created>
  <dcterms:modified xsi:type="dcterms:W3CDTF">2026-09-15T12:41:29Z</dcterms:modified>
</cp:coreProperties>
</file>