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이력서를 안 써 온 학생이 있으면 오늘 연계 작업을 할 수 없다. 12주차 과제에서 미리 받아둘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1:1 피드백 20분에 전원은 불가능하다. 스크립트를 다 쓴 학생부터 짧게 보거나, 조별 상호 피드백으로 대체하고 개별은 희망자만 받을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발표를 '설명'으로 생각한다. '남기는 것'으로 프레임을 바꿔줄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이력서 작성법 수업이 아니다. '연계'에만 집중할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나란히 놓고 읽기를 실습 시작 전에 5분만 시켜도 문제가 여러 개 발견된다.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구조를 주고 바로 쓰게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'하나만'을 강하게 말할 것. 매년 전부 말하려다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학생들이 발표 원고를 보고서체로 쓴다. 이 대비를 소리 내어 읽어 보이면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소리 내어 읽기를 부끄러워하면 복도나 빈 자리로 흩어지게 할 것. 안 읽으면 의미가 없다.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'소리 내어 읽고 시간 재기'를 반드시 시킬 것. 안 하면 14주차 리허설에서 전부 시간을 넘긴다.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223760" y="502920"/>
            <a:ext cx="4572000" cy="5852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13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1481328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13  ·  PHASE 3 완성과 발표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3152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6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연계 및 피칭 준비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이력서·자기소개서와 포트폴리오를 하나로 맞추고,</a:t>
            </a:r>
            <a:endParaRPr lang="en-US" sz="170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700" dirty="0">
                <a:solidFill>
                  <a:srgbClr val="C9CDD6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발표 스크립트를 씁니다.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2926080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4059936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45920" y="4059936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실내·산업디자인학과 3학년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4443984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443984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90분 — 강의 20분 · 스크립트 작성 40분 · 1:1 피드백 20분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4828032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645920" y="482803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오늘의 90분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20분 · 스크립트 작성 40분 · 1:1 피드백 20분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1719072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77440" y="1719072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연계 전략 강의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265615" y="1719072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63347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651760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00:20–01:00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77440" y="2651760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작성 실습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265615" y="2651760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566160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84448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01:00–01:20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77440" y="3584448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1:1 피드백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265615" y="3584448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4498848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4517136"/>
            <a:ext cx="16002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01:20–01:30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77440" y="4517136"/>
            <a:ext cx="6888175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리허설 안내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65615" y="4517136"/>
            <a:ext cx="2286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끝나면 여러분은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이력서와 포트폴리오를 일관되게 맞출 수 있다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문서가 같은 강점을 말해야 합니다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505456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2670048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700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88720" y="257860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스크립트를 구조에 맞게 쓸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88950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· 해결 · 임팩트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336499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352958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2958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88720" y="343814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시간에 핵심을 남길 수 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374904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 말하는 것과 남기는 것은 다릅니다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01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이력서와 맞추기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20분. 두 문서가 다른 사람을 설명하면 둘 다 신뢰를 잃습니다.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ALIGN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맞춰야 할 세 가지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내용을 새로 쓰는 게 아니라 표현을 통일하는 일입니다.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4128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강점 표현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 "사용자 리서치"라고 썼으면 포트폴리오에도 같은 말이 나와야 합니다. 다른 단어를 쓰면 다른 역량으로 읽힙니다.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99178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83226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이름과 역할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이력서의 프로젝트명·기간·역할 표기를 포트폴리오와 똑같이 맞춥니다. 다르면 확인 과정에서 의심을 삽니다.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8277" y="1737360"/>
            <a:ext cx="3393338" cy="3035808"/>
          </a:xfrm>
          <a:prstGeom prst="roundRect">
            <a:avLst>
              <a:gd name="adj" fmla="val 2410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42325" y="2011680"/>
            <a:ext cx="365760" cy="365760"/>
          </a:xfrm>
          <a:prstGeom prst="roundRect">
            <a:avLst>
              <a:gd name="adj" fmla="val 15000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순서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이력서에서 먼저 언급한 프로젝트가 포트폴리오에서도 앞에 있어야 합니다. 순서가 강조를 말합니다.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40080" y="5138928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문서를 나란히 놓고 읽어보세요. 같은 사람 이야기로 들리면 통과입니다.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11135" y="914400"/>
            <a:ext cx="3840480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5500" dirty="0">
                <a:solidFill>
                  <a:srgbClr val="262A33"/>
                </a:solidFill>
                <a:latin typeface="Pretendard Thin" pitchFamily="34" charset="0"/>
                <a:ea typeface="Pretendard Thin" pitchFamily="34" charset="-122"/>
                <a:cs typeface="Pretendard Thin" pitchFamily="34" charset="-120"/>
              </a:rPr>
              <a:t>02</a:t>
            </a:r>
            <a:endParaRPr lang="en-US" sz="25500" dirty="0"/>
          </a:p>
        </p:txBody>
      </p:sp>
      <p:sp>
        <p:nvSpPr>
          <p:cNvPr id="3" name="Text 1"/>
          <p:cNvSpPr/>
          <p:nvPr/>
        </p:nvSpPr>
        <p:spPr>
          <a:xfrm>
            <a:off x="640080" y="24871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스크립트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657600"/>
            <a:ext cx="6766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글이 아니라 말하는 글로 씁니다.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SCRIPT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구조 — 문제 · 해결 · 임팩트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3분을 이렇게 나눠 씁니다.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810512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나는 누구인가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목표 직무, 한 줄 강점. 자기소개가 아니라 방향 선언입니다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406701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" y="2571293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188720" y="2479853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188720" y="2790749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프로젝트의 문제 문장을 그대로 말합니다. 6주차에 다듬은 그 문장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357055" y="2571293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16748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333207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188720" y="324063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1188720" y="355153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어떻게 판단했는가. 갈림길 하나만 골라 이야기합니다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57055" y="333207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1분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28262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" y="4092854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임팩트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달라졌는가. 없으면 무엇을 배웠는가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40초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689043"/>
            <a:ext cx="10911535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0080" y="4853635"/>
            <a:ext cx="310896" cy="310896"/>
          </a:xfrm>
          <a:prstGeom prst="roundRect">
            <a:avLst>
              <a:gd name="adj" fmla="val 17647"/>
            </a:avLst>
          </a:prstGeom>
          <a:solidFill>
            <a:srgbClr val="14161B"/>
          </a:solidFill>
          <a:ln w="6350">
            <a:solidFill>
              <a:srgbClr val="1416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88720" y="4762195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마무리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1188720" y="5073091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작업은 어디서 볼 수 있는지. 링크를 말합니다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57055" y="4853635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20초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하나만 이야기합니다. 세 개를 다 말하려 하면 아무것도 안 남습니다.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말하는 글과 읽는 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내용을 두 방식으로 쓴 것입니다.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말하는 글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97016" y="1627632"/>
            <a:ext cx="5254600" cy="3419856"/>
          </a:xfrm>
          <a:prstGeom prst="roundRect">
            <a:avLst>
              <a:gd name="adj" fmla="val 2139"/>
            </a:avLst>
          </a:prstGeom>
          <a:solidFill>
            <a:srgbClr val="FFFFFF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읽는 글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문장에 하나의 뜻, 짧게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문장 길이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쉼표로 이어진 긴 문장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054096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99352" y="3054096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"이때 두 가지 방법이 있었어요"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어투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"본 프로젝트에서는 두 가지 접근을 고려하였다"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1042416" y="3712464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99352" y="3712464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"세 명을 만났습니다"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숫자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"3인 대상 심층 인터뷰 실시"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370832"/>
            <a:ext cx="4449928" cy="9144"/>
          </a:xfrm>
          <a:prstGeom prst="rect">
            <a:avLst/>
          </a:prstGeom>
          <a:solidFill>
            <a:srgbClr val="DCDEE3"/>
          </a:solidFill>
          <a:ln w="12700">
            <a:solidFill>
              <a:srgbClr val="DCD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699352" y="4370832"/>
            <a:ext cx="4449928" cy="9144"/>
          </a:xfrm>
          <a:prstGeom prst="rect">
            <a:avLst/>
          </a:prstGeom>
          <a:solidFill>
            <a:srgbClr val="E4E6EB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62A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따라온다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듣는 사람이 놓친다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· 스크립트 작성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40분 · 개인 — 다 쓴 사람부터 피드백을 받습니다.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810512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219456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프로젝트 하나 고르기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자신 있게 설명할 수 있는 것으로. 가장 잘 만든 것과 다를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2688336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2779776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219456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다섯 덩어리 쓰기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 구조대로 씁니다. 시간 배분을 옆에 적어두고 분량을 맞춥니다.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3657600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74904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219456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소리 내어 읽기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읽으면서 시간을 잽니다. 3분을 넘으면 3번 해결 부분을 줄입니다.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626864"/>
            <a:ext cx="10911535" cy="822960"/>
          </a:xfrm>
          <a:prstGeom prst="roundRect">
            <a:avLst>
              <a:gd name="adj" fmla="val 8889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4718304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4A1C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219456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고쳐 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AEB4B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읽다가 걸린 문장을 말하는 글로 바꿉니다.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66928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859536"/>
            <a:ext cx="1091153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과제와 다음 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주는 리허설입니다.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9264" y="1993392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완성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3분 분량. 소리 내어 읽어보고 시간을 재서 조정합니다. 읽는 글이 아니라 말하는 글로 씁니다.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2743200"/>
            <a:ext cx="6309360" cy="896112"/>
          </a:xfrm>
          <a:prstGeom prst="roundRect">
            <a:avLst>
              <a:gd name="adj" fmla="val 8163"/>
            </a:avLst>
          </a:prstGeom>
          <a:solidFill>
            <a:srgbClr val="F4F5F7"/>
          </a:solidFill>
          <a:ln w="12700">
            <a:solidFill>
              <a:srgbClr val="E4E6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9264" y="3017520"/>
            <a:ext cx="329184" cy="329184"/>
          </a:xfrm>
          <a:prstGeom prst="roundRect">
            <a:avLst>
              <a:gd name="adj" fmla="val 16667"/>
            </a:avLst>
          </a:prstGeom>
          <a:solidFill>
            <a:srgbClr val="FF4A1C"/>
          </a:solidFill>
          <a:ln w="6350">
            <a:solidFill>
              <a:srgbClr val="FF4A1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61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이력서 수정본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포트폴리오와 표현·강조점을 맞춘 버전. 두 문서가 다른 사람을 설명하지 않게 합니다.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3822192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14주차 수업 전까지 · 클래스룸 업로드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51776" y="1719072"/>
            <a:ext cx="4199839" cy="3803904"/>
          </a:xfrm>
          <a:prstGeom prst="roundRect">
            <a:avLst>
              <a:gd name="adj" fmla="val 1923"/>
            </a:avLst>
          </a:prstGeom>
          <a:solidFill>
            <a:srgbClr val="14161B"/>
          </a:solidFill>
          <a:ln w="12700">
            <a:solidFill>
              <a:srgbClr val="1416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14주차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리허설 및 동료 피드백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7735824" y="3346704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35824" y="3493008"/>
            <a:ext cx="3431743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 시간 관리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동료 피드백 체크리스트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보완 우선순위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E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 리허설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35824" y="4700016"/>
            <a:ext cx="3431743" cy="9144"/>
          </a:xfrm>
          <a:prstGeom prst="rect">
            <a:avLst/>
          </a:prstGeom>
          <a:solidFill>
            <a:srgbClr val="3A3F4B"/>
          </a:solidFill>
          <a:ln w="12700">
            <a:solidFill>
              <a:srgbClr val="3A3F4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735824" y="4809744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35824" y="5065776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4A1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피칭 스크립트 · 최종 포트폴리오 · 이력서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345936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포트폴리오제작 · 13주차 이력서 연계 및 피칭 준비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54335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포트폴리오제작 · 13주차 이력서 연계 및 피칭 준비</dc:title>
  <dc:subject>원광대학교 2026-2 · 실내·산업디자인학과 3학년 · 15주 · 포트폴리오 완성과 발표</dc:subject>
  <dc:creator>MIN.D</dc:creator>
  <cp:lastModifiedBy>MIN.D</cp:lastModifiedBy>
  <cp:revision>1</cp:revision>
  <dcterms:created xsi:type="dcterms:W3CDTF">2026-08-26T12:07:16Z</dcterms:created>
  <dcterms:modified xsi:type="dcterms:W3CDTF">2026-08-26T12:07:16Z</dcterms:modified>
</cp:coreProperties>
</file>