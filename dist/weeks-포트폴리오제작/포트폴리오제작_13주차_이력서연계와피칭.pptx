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이력서를 안 써 온 학생이 있으면 오늘 연계 작업을 할 수 없다. 12주차 과제에서 미리 받아둘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피드백 20분에 전원은 불가능하다. 스크립트를 다 쓴 학생부터 짧게 보거나, 조별 상호 피드백으로 대체하고 개별은 희망자만 받을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발표를 '설명'으로 생각한다. '남기는 것'으로 프레임을 바꿔줄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 작성법 수업이 아니다. '연계'에만 집중할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나란히 놓고 읽기를 실습 시작 전에 5분만 시켜도 문제가 여러 개 발견된다.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구조를 주고 바로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'하나만'을 강하게 말할 것. 매년 전부 말하려다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발표 원고를 보고서체로 쓴다. 이 대비를 소리 내어 읽어 보이면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소리 내어 읽기를 부끄러워하면 복도나 빈 자리로 흩어지게 할 것. 안 읽으면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'소리 내어 읽고 시간 재기'를 반드시 시킬 것. 안 하면 14주차 리허설에서 전부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이력서·자기소개서와 포트폴리오를 하나로 맞추고,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스크립트를 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스크립트 작성 40분 · 1:1 피드백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스크립트 작성 40분 · 1:1 피드백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연계 전략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작성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5171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4517136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리허설 안내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65615" y="451713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43153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포트폴리오를 일관되게 맞출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문서가 같은 강점을 말해야 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스크립트를 구조에 맞게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해결 · 임팩트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짧은 시간에 핵심을 남길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말하는 것과 남기는 것은 다릅니다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맞추기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두 문서가 다른 사람을 설명하면 둘 다 신뢰를 잃습니다.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맞춰야 할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새로 쓰는 게 아니라 표현을 통일하는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표현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 "사용자 리서치"라고 썼으면 포트폴리오에도 같은 말이 나와야 합니다. 다른 단어를 쓰면 다른 역량으로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이름과 역할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이력서의 프로젝트명·기간·역할 표기를 포트폴리오와 똑같이 맞춥니다. 다르면 확인 과정에서 의심을 삽니다.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이력서에서 먼저 언급한 프로젝트가 포트폴리오에서도 앞에 있어야 합니다. 순서가 강조를 말합니다.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문서를 나란히 놓고 읽어보세요. 같은 사람 이야기로 들리면 통과입니다.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읽는 글이 아니라 말하는 글로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구조 — 문제 · 해결 · 임팩트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누구인가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목표 직무, 한 줄 강점. 자기소개가 아니라 방향 선언입니다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문장을 그대로 말합니다. 6주차에 다듬은 그 문장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해결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판단했는가. 갈림길 하나만 골라 이야기합니다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임팩트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달라졌는가. 없으면 무엇을 배웠는가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작업은 어디서 볼 수 있는지. 링크를 말합니다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하나만 이야기합니다. 세 개를 다 말하려 하면 아무것도 안 남습니다.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글과 읽는 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내용을 두 방식으로 쓴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읽는 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문장에 하나의 뜻, 짧게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쉼표로 이어진 긴 문장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"이때 두 가지 방법이 있었어요"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"본 프로젝트에서는 두 가지 접근을 고려하였다"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"세 명을 만났습니다"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"3인 대상 심층 인터뷰 실시"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따라온다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놓친다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스크립트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다 쓴 사람부터 피드백을 받습니다.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하나 고르기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자신 있게 설명할 수 있는 것으로. 가장 잘 만든 것과 다를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다섯 덩어리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구조대로 씁니다. 시간 배분을 옆에 적어두고 분량을 맞춥니다.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소리 내어 읽기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읽으면서 시간을 잽니다. 3분을 넘으면 3번 해결 부분을 줄입니다.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 쓰기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읽다가 걸린 문장을 말하는 글로 바꿉니다.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리허설입니다.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스크립트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분량. 소리 내어 읽어보고 시간을 재서 조정합니다. 읽는 글이 아니라 말하는 글로 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수정본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포트폴리오와 표현·강조점을 맞춘 버전. 두 문서가 다른 사람을 설명하지 않게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 관리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체크리스트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우선순위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· 최종 포트폴리오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13주차 이력서 연계 및 피칭 준비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