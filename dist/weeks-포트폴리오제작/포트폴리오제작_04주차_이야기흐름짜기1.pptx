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포트폴리오제작 네 번째 시간입니다.
3주차에 잘 만든 사례를 살펴보고, 가져올 것 세 가지와 가져오지 않을 것 한 가지를 정했습니다.
오늘은 그걸 들고 내 것을 짭니다.
두 가지를 합니다. 무엇을 넣을지 고르고, 어떤 순서로 놓을지 정합니다.
오늘 정한 목록이 앞으로의 작업량을 정합니다. 욕심내서 많이 남기면 나중에 하나도 제대로 못 만들어요. 오늘은 고르는 것보다 빼는 게 더 중요한 시간입니다.
3주차 사례 분석 보고서를 지금 열어 두세요. 오늘 계속 꺼내 보실 겁니다.
[운영 메모]
오늘 정한 목록이 학기 후반 작업량을 결정한다. 욕심내서 7~8개를 남기는 학생은 뒤에 반드시 무너지므로 오늘 줄이게 할 것. 격주 수업이라 다음 수업까지 2주가 있다는 점을 여는 말에서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오늘 끝나면 네 가지를 가져가시게 됩니다.
첫째, 프로젝트를 기준에 따라 고르게 됩니다. 감이 아니라 세 가지 축으로 봅니다.
둘째 — 오늘의 진짜 목표입니다. 무엇을 뺄지 정하게 됩니다.
셋째, 프로젝트 하나 안에서 문제 · 과정 · 결과로 흐름을 짜게 됩니다.
넷째, 전체 순서와 장수를 나누게 됩니다.
둘째를 한 번 더 보세요. 빼는 결정이 넣는 결정보다 어렵고 더 중요합니다. 매년 이 시간에 가진 걸 다 넣으려는 분들이 나오는데, 그러면 뒤에 가서 하나도 제대로 못 만듭니다.
[운영 메모]
2번이 오늘의 핵심. 학생들은 가진 것을 다 넣으려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먼저 무엇을 넣을지 정합니다.
순서가 중요합니다. 기준을 먼저 세우고 목록을 보세요.
목록을 먼저 펼쳐 놓고 기준을 만들면, 결국 애착이 가는 것에 맞춰 기준을 짜게 됩니다. 저도 그럽니다.
그래서 오늘은 기준부터 봅니다.
[운영 메모]
강의는 20분 안에 끝낼 것. 나머지는 실습.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고르는 축은 셋입니다.
첫째 관련성. 2주차에 정한 목표 직무가 요구하는 것과 겹치는가. 아무리 잘 만들었어도 직무와 멀면 뒤로 보내세요.
둘째 완성도. 지금 상태로 남에게 보여줄 수 있는가. 아직 아니라면 학기 안에 보완할 시간이 있는지 세어 보세요. 없으면 넣지 않는 게 낫습니다.
셋째 남다름. 3주차에 살펴본 사례에서 찾으신 '남들이 덜 하는 것' 기억하시죠. 그것과 닿아 있는가. 여기가 기억에 남는 지점입니다.
아래 줄이 오늘 실습의 방법입니다. 세 축을 각각 5점으로 매겨서 총점 순으로 줄을 세우세요. 머리로 고르려 하면 오래 걸리는데, 점수로 매기면 금방 나옵니다.
점수가 같으면요? 그때는 남다름이 높은 쪽을 앞에 두세요.
[운영 메모]
점수를 매기게 하면 애착으로 고르는 걸 막을 수 있다. 실습에서 실제로 매기게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몇 개를 넣을지 이야기하겠습니다.
3에서 5개가 알맞습니다.
왜인지 아래 네 줄로 보겠습니다.
둘째 줄을 보세요. 약한 하나가 전체를 끌어내립니다. 평균으로 기억되지 않아요. 가장 약한 것으로 기억되는 경우가 많습니다. 여섯 개 중에 하나가 허술하면 그 하나가 남습니다.
셋째 줄. 각 프로젝트가 다른 강점을 보여야 합니다. 비슷한 것 세 개는 하나와 같아요.
넷째 줄. 맨 앞은 가장 강한 것. 서류 단계에서는 앞 두세 장만 읽힙니다. 1주차에 말씀드린 그대로예요.
맨 아래 줄이 현실적인 이유입니다. 학기 뒤쪽에 페이지를 여섯 장 만듭니다. 프로젝트가 여섯 개면 하나당 한 장이에요. 한 장으로는 과정을 못 넣습니다. 결과 이미지만 들어가고 끝납니다.
[운영 메모]
분량 계산을 실제로 보여주면 설득이 빠르다 — 프로젝트 6개면 하나당 3~4장, 그러면 과정을 못 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두 번째입니다.
순서는 두 층으로 짭니다.
하나는 프로젝트 안쪽이에요. 한 프로젝트를 어떤 순서로 보여줄 것인가.
또 하나는 전체입니다. 프로젝트들을 어떤 차례로 놓을 것인가.
둘 다 오늘 정합니다.
[운영 메모]
여기서 스토리보드 양식을 화면에 띄우고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프로젝트 하나 안은 세 덩어리로 나뉩니다. 문제, 과정, 결과.
첫째 문제. 무엇을 왜 했는가를 한 문장으로 씁니다. 이 문장이 없으면 뒤에 오는 게 전부 나열로 보입니다.
학교 과제였던 분들, 과제 조건을 그대로 옮기지 마세요. 조건 안에서 내가 무슨 문제를 잡았는지를 쓰셔야 합니다. 같은 과제를 한 서른 명이 똑같은 문장을 쓰면 아무 의미가 없어요.
둘째 과정. 어떻게 했는가입니다. 고민한 부분과 그렇게 고른 이유. 버린 방법이 있으면 그것도 넣으세요. 버린 걸 보여주면 고른 게 왜 나은지가 저절로 설명됩니다.
셋째 결과. 무엇이 되었는가. 최종 결과물과 함께, 가능하면 무엇이 달라졌는지 적으세요. 느낀 점 한 줄이 있으면 인상이 크게 달라집니다.
아래 줄을 보세요. 장수는 문제 1, 과정 3, 결과 2 정도로 나누면 무난합니다.
매년 반대로 하는 분들이 많습니다. 결과 이미지를 다섯 장 넣고 과정이 한 장이에요. 그러면 1주차에 본 '나열'이 됩니다.
[운영 메모]
학생 대부분이 결과에 장수를 몰아준다. 배분 숫자를 제시하면 바로 고쳐진다.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같은 네 개라도 어떻게 놓느냐로 인상이 달라집니다.
왼쪽이 정해서 놓은 순서, 오른쪽이 그냥 시간순입니다.
첫 번째 자리를 보세요. 왼쪽은 목표 직무와 가장 가까운 것, 오른쪽은 가장 최근 작업.
중간을 보세요. 왼쪽은 실험적이거나 개인 작업을 가운데 두고, 오른쪽은 학년 순서대로 갑니다.
맨 아래가 결과입니다. 왼쪽은 무엇을 잘하는 사람인지 남고, 오른쪽은 자라 온 과정은 보이는데 강점이 안 남습니다.
다만 시간순이 무조건 나쁜 건 아닙니다. 자라 온 과정을 일부러 보여주려는 거면 그것도 설계예요. 그런 의도가 없이 그냥 파일 순서대로 둔 게 문제입니다.
오늘 실습 마지막에 순서를 정하고 왜 그 순서인지 한 줄 적으실 겁니다. 그 한 줄이 써지면 설계한 거고, 안 써지면 아직 그냥 둔 겁니다.
[운영 메모]
시간순이 무조건 나쁜 건 아니다. 성장 이야기를 의도한 경우는 예외라고 덧붙일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실습 70분입니다. 중간에 휴식이 한 번 들어갑니다.
처음 12분. 가지고 있는 프로젝트를 전부 적으세요. 학교 과제, 개인 작업, 동아리까지. 그리고 세 축을 각각 5점으로 매깁니다.
여기서 점수 매기기를 건너뛰고 바로 고르려는 분들이 계신데, 12분은 지켜 주세요. 점수를 매겨 봐야 왜 그걸 골랐는지 말할 수 있습니다.
다음 13분. 총점 순으로 3에서 5개를 남깁니다. 뺀 것도 따로 적어 두세요. 그게 과제 두 번째입니다.
휴식하고 다시 30분. 남긴 것마다 문제 · 과정 · 결과를 한 줄씩 쓰고 장수를 나눕니다. 여기가 제일 깁니다.
마지막 15분. 차례를 정하고 왜 그 순서인지 한 줄로 적으세요.
제가 소회의실을 돌아다니겠습니다. 화면 공유해 주시면 같이 보겠습니다. 막히면 도움 요청 눌러 주세요.
[운영 메모]
점수 매기기를 건너뛰고 바로 고르려는 학생이 있다. 12분은 반드시 지키게 할 것. 온라인이라 화면 공유를 받아 보는 편이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마지막 20분입니다. 소회의실에서 둘씩 짝을 지어 드리겠습니다.
서로의 목록을 보고 세 가지만 물으세요.
첫째, 이건 왜 넣었어요. 답이 '열심히 했어서'면 그건 기준이 아니라 애착입니다. 세 축 중에 무엇 때문인지 말하게 해 주세요.
둘째, 이 순서인 이유는요. 첫 번째 프로젝트를 왜 앞에 뒀는지 물어보세요. 답이 안 나오면 순서가 아직 안 정해진 겁니다.
셋째, 뺀 것 중에 아까운 건요. 미련이 남는 게 있으면 왜인지 들어 주세요. 다음 시간 1:1 때 되살릴지 판단할 재료가 됩니다.
아래 문장이 중요합니다. 평가하지 말고 묻기만 하세요.
지적하기 시작하면 분위기가 나빠지고 방어하게 됩니다. 그냥 물어만 보세요. 답하다 보면 본인이 먼저 문제를 찾습니다.
[운영 메모]
'평가하지 말고 묻기만'을 강조. 서로 지적하기 시작하면 분위기가 나빠진다. 온라인 소회의실은 2인씩 배정하고 10분 뒤 한 번 공지를 넣어 역할을 바꾸게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[말할 내용]
정리하겠습니다.
과제는 두 가지입니다. 이야기 흐름 초안, 그리고 빼기로 한 것 목록.
첫째는 오늘 실습에서 대부분 하셨습니다. 스토리보드 양식에 프로젝트 목록, 순서, 장수 배분, 한 줄 요약을 채워 마무리하시면 됩니다.
둘째를 꼭 같이 내 주세요. 뺀 것과 그 이유입니다. 이게 있어야 다음 시간 1:1 때 되살릴지 함께 볼 수 있습니다. 없으면 처음부터 다시 이야기해야 해요.
이번에는 다음 수업까지 2주가 있습니다. 격주로 바뀌었으니까요.
시간이 길다고 미루면 2주 뒤에 오늘 상태 그대로 오시게 됩니다. 이번 주 안에 초안을 끝내 두시고, 다음 주는 들여다보면서 고치는 데 쓰세요.
질문 있으신 분?
[운영 메모]
'빼기로 한 것'을 같이 받아야 1:1에서 되살릴지 판단할 수 있다. 반드시 함께 제출하게 할 것. 격주라 제출까지 2주인데, 그만큼 미루는 학생이 많다 — '이번 주 안에 초안'을 못 박을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방향 정하기와 계획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이야기 흐름 짜기 Ⅰ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포트폴리오에 넣을 프로젝트를 기준에 따라 고르고,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전체 이야기 흐름의 초안을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 흐름 초안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기준에 따라 고를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감이 아니라 세 가지 축으로 봅니다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뺄지 정할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빼는 결정이 넣는 결정보다 어렵고 더 중요합니다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· 과정 · 결과로 흐름을 짤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하나 안의 이야기 구조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1830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8828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79145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순서와 장수를 나눌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102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맨 앞에 두는지가 첫인상을 정합니다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넣을 것인가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기준을 먼저 세우고 목록을 봅니다. 순서가 반대면 애착으로 고르게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CRITERIA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고르는 세 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축이 모두 높은 프로젝트가 맨 앞으로 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관련성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2주차에 정한 목표 직무가 요구하는 것과 겹치는가. 아무리 잘 만들었어도 직무와 멀면 뒤로 보냅니다.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완성도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상태로 남에게 보여줄 수 있는가. 아직 아니라면 학기 안에 보완할 시간이 있는지 세어 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남다름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 살펴본 사례에서 찾은 '남들이 덜 하는 것'과 닿아 있는가. 여기가 기억에 남는 지점입니다.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축을 각각 5점으로 매겨 총점 순으로 줄 세우면 결정이 훨씬 빨라집니다.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몇 개를 넣나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넣을수록 좋아 보이지만, 실제로는 반대입니다.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3~5개가 알맞습니다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사람이 끝까지 볼 수 있는 분량이고, 각각에 충분한 장수를 줄 수 있습니다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약한 하나가 전체를 끌어내립니다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평균이 아니라 가장 약한 것으로 기억되는 경우가 많습니다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프로젝트가 다른 강점을 보여야 합니다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것 세 개는 하나와 같습니다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맨 앞은 가장 강한 것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 단계에서는 앞 두세 장만 읽힙니다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뒤쪽에서 페이지를 6장 만듭니다. 프로젝트가 많으면 하나당 한 장꼴이 되어 아무것도 설명되지 않습니다.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순서로 이야기할 것인가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프로젝트 안의 구조와 전체의 순서, 두 층을 함께 짭니다.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안의 구조 — 문제 · 과정 · 결과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프로젝트든 이 세 덩어리로 나뉩니다.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왜 했는가. 한 문장으로 씁니다. 이 문장이 없으면 뒤가 다 나열로 보입니다. 과제였다면 과제 조건이 아니라 내가 잡은 문제를 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했는가. 고민한 부분과 그렇게 고른 이유. 버린 방법이 있으면 그것도. 여기가 가장 많은 장수를 차지합니다.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되었는가. 최종 결과물과 함께, 가능하면 무엇이 달라졌는지. 느낀 점 한 줄이 있으면 인상이 크게 달라집니다.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장수는 대략 문제 1 · 과정 3 · 결과 2 정도로 나누면 무난합니다.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 짜기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네 개를 어떻게 놓느냐로 인상이 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407822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정해서 놓은 순서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4078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그냥 시간순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직무와 가장 가까운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최근 작업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강점을 보여주는 것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 최근 작업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실험적이거나 개인 작업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학년 순서대로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여운이 남는 것 또는 짧은 것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오래된 것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42416" y="502920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99352" y="502920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2416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42416" y="532180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잘하는 사람인지 남는다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99352" y="5084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99352" y="532180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자라 온 과정은 보이지만 강점이 안 남는다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이야기 흐름 짜기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작업 — 스토리보드 양식에 채웁니다.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목록과 점수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가지고 있는 프로젝트를 전부 적고, 관련성 · 완성도 · 남다름을 각 5점으로 매깁니다.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고르고 빼기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총점 순으로 3~5개를 남깁니다. 뺀 것도 따로 적어 둡니다.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안쪽 구조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남긴 것마다 문제 · 과정 · 결과를 한 줄씩 쓰고 장수를 나눕니다.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순서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차례를 정하고, 왜 그 순서인지 한 줄로 적습니다.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서로 묻기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소회의실에서 2인 1조. 서로의 목록을 보고 세 가지만 묻습니다.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"이건 왜 넣었어요?"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'열심히 했어서'면 기준이 아니라 애착입니다. 세 축 중 무엇 때문인지 말하게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"이 순서인 이유는요?"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프로젝트를 왜 앞에 뒀는지 물어봅니다. 답이 없으면 순서가 아직 안 정해진 것입니다.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"뺀 것 중에 아까운 건요?"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미련이 남는 것이 있다면 왜인지 들어봅니다. 5주차 1:1 때 되살릴지 판단할 재료가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평가하지 말고 묻기만 하세요. 답하다 보면 본인이 먼저 문제를 찾습니다.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방향 정하기와 계획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5주차는 오늘 만든 초안을 1:1로 다듬습니다. 격주라 2주 뒤입니다.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이야기 흐름 초안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넣을 프로젝트 목록 · 순서 · 각 프로젝트의 장수 배분 · 한 줄 요약을 스토리보드 양식에 채웁니다.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빼기로 한 것 목록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고민했지만 넣지 않기로 한 프로젝트와 그 이유. 5주차 1:1 때 되살릴지 함께 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5주차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이야기 흐름 짜기 Ⅱ — 1:1 피드백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1:1로 초안 다듬기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구성에서 자주 나오는 약한 곳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짜는 방법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구간 준비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 흐름 초안 · 빼기로 한 것 목록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4주차 이야기 흐름 짜기 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4주차 이야기 흐름 짜기 Ⅰ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2026-09-27T07:24:44Z</dcterms:created>
  <dcterms:modified xsi:type="dcterms:W3CDTF">2026-09-27T07:24:44Z</dcterms:modified>
</cp:coreProperties>
</file>