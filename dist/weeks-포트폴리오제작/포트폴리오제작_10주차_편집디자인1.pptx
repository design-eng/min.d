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10~11주가 학기에서 가장 손이 많이 가는 구간이다. 실습 시간이 60분뿐이므로 수업 밖 작업이 필수라는 점을 미리 말해둘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오늘부터 실제 결과물이 나온다. 학생들의 동기가 올라가는 시점.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짧게. 나머지는 손으로.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6주차에서 쓴 '축소해서 보기'를 다시 활용. 일관된 검증 방법을 반복하는 것이 좋다.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'강조가 여러 개면 강조가 아니다'를 반복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짧게 하고 실습으로.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'간격 값 3~4개로 제한'은 즉시 효과가 나타나는 조언이다. 실습에서 확인할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3장을 다 끝내는 학생은 드물다. 1장을 제대로 끝내고 나머지는 과제로 가는 것이 현실적이다.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해상도 부족은 11주차에 발견되면 늦다. 이번 주에 확인시킬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콘텐츠 구조화와 비주얼 시스템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94015" y="713232"/>
            <a:ext cx="36576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2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</a:t>
            </a:r>
            <a:endParaRPr lang="en-US" sz="13200" dirty="0"/>
          </a:p>
        </p:txBody>
      </p:sp>
      <p:sp>
        <p:nvSpPr>
          <p:cNvPr id="7" name="Shape 5"/>
          <p:cNvSpPr/>
          <p:nvPr/>
        </p:nvSpPr>
        <p:spPr>
          <a:xfrm>
            <a:off x="941832" y="877824"/>
            <a:ext cx="0" cy="603504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019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10  ·  PHASE 2 콘텐츠 구조화와 비주얼 시스템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85953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편집디자인 실습 Ⅰ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7863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타이포그래피 위계를 적용하고,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그리드 위에 실제 페이지를 만듭니다.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274320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6451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과목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45920" y="464515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실내·산업디자인학과 3학년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제출물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45920" y="50292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페이지 3장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콘텐츠 구조화와 비주얼 시스템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OBJECTIVES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오늘 끝나면 여러분은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166420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81051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88720" y="171907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세 단계 위계를 실제 지면에 적용할 수 있다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88720" y="202996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크기 · 굵기 · 색으로 차이를 만듭니다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67004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3464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34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88720" y="274320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그리드를 지키며 배치할 수 있다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188720" y="3054096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눈대중이 아니라 가이드에 맞춥니다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69417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85876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858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88720" y="376732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여백을 규칙으로 다룰 수 있다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188720" y="407822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남는 자리가 아니라 정한 값입니다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10주차 편집디자인 실습 Ⅰ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콘텐츠 구조화와 비주얼 시스템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타이포그래피 위계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20분. 9주차에 정한 세 단계를 실제 지면에 적용합니다.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콘텐츠 구조화와 비주얼 시스템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HIERARCHY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위계를 만드는 세 가지 수단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하나만 써도 되지만, 두 개를 겹치면 확실해집니다.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3393338" cy="3035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크기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직관적입니다. 다만 차이가 작으면 위계가 아니라 실수처럼 보입니다. 제목과 본문은 최소 두 배 가까이 차이를 두세요.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99178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3226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322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83226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굵기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83226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크기에서도 위계를 만듭니다. 소제목에 특히 유용합니다. 세 단계 이상의 굵기를 섞지는 마세요.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8277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2325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2325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42325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색 · 명도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42325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캡션을 옅게 하면 본문이 앞으로 나옵니다. 강조색은 여기서만 씁니다. 색으로만 위계를 만들면 인쇄에서 약해집니다.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84064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93792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축소해서 봤을 때 읽히는 순서가 의도한 순서와 같으면 성공입니다.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10주차 편집디자인 실습 Ⅰ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P.02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콘텐츠 구조화와 비주얼 시스템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COMPARE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위계가 있는 지면과 없는 지면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1481328"/>
            <a:ext cx="5254600" cy="3419856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2416" y="1755648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위계가 있는 지면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97016" y="1481328"/>
            <a:ext cx="5254600" cy="3419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99352" y="1755648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B9B9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없는 지면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42416" y="23042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훑어볼 때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42416" y="2542032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제목만 읽어도 흐름이 잡힌다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699352" y="23042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훑어볼 때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699352" y="2542032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무엇부터 볼지 모르겠다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042416" y="2907792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99352" y="2907792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29626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제목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42416" y="3200400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본문의 두 배 이상, 굵게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699352" y="29626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제목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699352" y="3200400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본문보다 조금 큰 정도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042416" y="3566160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99352" y="3566160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42416" y="36210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캡션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42416" y="3858768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작고 옅게, 이미지에 붙어 있다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699352" y="36210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캡션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699352" y="3858768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본문과 같은 크기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042416" y="4224528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99352" y="4224528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42416" y="42793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강조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42416" y="4517136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지면당 하나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699352" y="42793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강조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699352" y="4517136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굵은 글씨가 여기저기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10주차 편집디자인 실습 Ⅰ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P.03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콘텐츠 구조화와 비주얼 시스템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여백과 정렬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초보와 숙련의 차이가 가장 크게 드러나는 부분입니다.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02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콘텐츠 구조화와 비주얼 시스템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SPACING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여백을 규칙으로 다루기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"보기 좋을 때까지"가 아니라 값을 정해 씁니다.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6420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81051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171907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간격 값을 3~4개로 제한한다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88720" y="202996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예를 들어 8 · 16 · 32 · 64. 그 사이 값은 쓰지 않습니다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59689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76148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761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88720" y="267004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관련된 것끼리 가깝게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188720" y="298094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캡션은 이미지에 붙이고, 다른 덩어리와는 멀게. 거리가 관계를 말합니다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5478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71246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712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88720" y="3621024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덩어리 사이는 넉넉하게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188720" y="393192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요소 사이보다 덩어리 사이가 확실히 넓어야 구분됩니다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49884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466344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663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88720" y="457200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가장자리 여백을 침범하지 않는다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188720" y="4882896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그리드 마진은 예외 없이 지킵니다. 전면 이미지만 예외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5522976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632704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여백이 부족하면 답답하고, 규칙 없이 넓으면 산만합니다. 값을 정해두면 둘 다 피할 수 있습니다.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10주차 편집디자인 실습 Ⅰ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P.04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콘텐츠 구조화와 비주얼 시스템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실습 · 페이지 제작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80분 · 개인 — 오늘 안에 최소 2장은 끝냅니다. 중간에 휴식이 한 번 들어갑니다.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18105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그리드 켜기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480560" y="1810512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9주차에 만든 그리드를 문서에 적용하고 가이드를 켭니다. 끄고 작업하지 않습니다.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2688336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7797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1장 — 문제 페이지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480560" y="2779776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문장을 1단계로 크게. 나머지는 최소한으로. 가장 조용한 페이지입니다.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657600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2장 — 리서치 페이지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480560" y="3749040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6주차에 만든 것을 그리드에 다시 얹습니다. 세 덩어리 구조를 유지합니다.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4626864"/>
            <a:ext cx="10911535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47183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3장 — 과정 페이지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480560" y="4718304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7주차 초안을 지면으로 만듭니다. 갈림길 비교가 보이게 배치합니다.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10주차 편집디자인 실습 Ⅰ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콘텐츠 구조화와 비주얼 시스템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HOMEWORK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과제와 다음 주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11주차는 컬러와 이미지를 다룹니다.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264" y="1993392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26464" y="1810512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포트폴리오 페이지 3장 제작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26464" y="212140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프로젝트의 문제 · 리서치 · 과정 페이지를 그리드와 타이포 시스템을 적용해 완성합니다.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743200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" y="3017520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26464" y="2834640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이미지 원본 정리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26464" y="3145536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11주차 실습 재료입니다. 쓸 이미지를 한 폴더에 모으고 해상도를 확인해 두세요.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785616"/>
            <a:ext cx="630936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877056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— 11주차 수업 전까지 · 클래스룸 업로드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51776" y="1719072"/>
            <a:ext cx="4199839" cy="380390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35824" y="1993392"/>
            <a:ext cx="34317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 WEEK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735824" y="2286000"/>
            <a:ext cx="34317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11주차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735824" y="2743200"/>
            <a:ext cx="343174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편집디자인 실습 Ⅱ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7735824" y="3346704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35824" y="3493008"/>
            <a:ext cx="3431743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컬러 시스템 적용 원칙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보정 기본기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이미지–텍스트 배치 균형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페이지 3장 추가 제작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735824" y="4700016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35824" y="4809744"/>
            <a:ext cx="34317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 준비할 것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35824" y="5065776"/>
            <a:ext cx="34317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완성한 페이지 3장 · 이미지 원본 폴더 · 노트북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10주차 편집디자인 실습 Ⅰ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MIN.D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포트폴리오제작 · 10주차 편집디자인 실습 Ⅰ</dc:title>
  <dc:subject>원광대학교 2026-2 · 실내·산업디자인학과 3학년 · 15주 · 포트폴리오 완성과 발표</dc:subject>
  <dc:creator>MIN.D</dc:creator>
  <cp:lastModifiedBy>MIN.D</cp:lastModifiedBy>
  <cp:revision>1</cp:revision>
  <dcterms:created xsi:type="dcterms:W3CDTF">2026-09-15T12:41:29Z</dcterms:created>
  <dcterms:modified xsi:type="dcterms:W3CDTF">2026-09-15T12:41:29Z</dcterms:modified>
</cp:coreProperties>
</file>