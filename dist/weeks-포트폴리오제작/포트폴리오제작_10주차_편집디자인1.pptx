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페이지 제작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그리드와 타이포 시스템을 적용한 페이지가 실제로 나오기 시작합니다.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오늘 안에 최소 1장은 끝냅니다.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