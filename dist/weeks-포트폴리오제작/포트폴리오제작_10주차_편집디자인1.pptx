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10~11주가 학기에서 가장 손이 많이 가는 구간이다. 실습 시간이 60분뿐이므로 수업 밖 작업이 필수라는 점을 미리 말해둘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오늘부터 실제 결과물이 나온다. 학생들의 동기가 올라가는 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짧게. 나머지는 손으로.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6주차에서 쓴 '축소해서 보기'를 다시 활용. 일관된 검증 방법을 반복하는 것이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'강조가 여러 개면 강조가 아니다'를 반복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 하고 실습으로.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'간격 값 3~4개로 제한'은 즉시 효과가 나타나는 조언이다. 실습에서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3장을 다 끝내는 학생은 드물다. 1장을 제대로 끝내고 나머지는 과제로 가는 것이 현실적이다.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해상도 부족은 11주차에 발견되면 늦다. 이번 주에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편집디자인 실습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타이포그래피 위계를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그리드 위에 실제 페이지를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단계 위계를 실제 지면에 적용할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 · 굵기 · 색으로 차이를 만듭니다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그리드를 지키며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눈대중이 아니라 가이드에 맞춥니다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여백을 규칙으로 다룰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자리가 아니라 정한 값입니다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타이포그래피 위계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9주차에 정한 세 단계를 실제 지면에 적용합니다.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위계를 만드는 세 가지 수단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써도 되지만, 두 개를 겹치면 확실해집니다.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직관적입니다. 다만 차이가 작으면 위계가 아니라 실수처럼 보입니다. 제목과 본문은 최소 두 배 가까이 차이를 두세요.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굵기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크기에서도 위계를 만듭니다. 소제목에 특히 유용합니다. 세 단계 이상의 굵기를 섞지는 마세요.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색 · 명도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캡션을 옅게 하면 본문이 앞으로 나옵니다. 강조색은 여기서만 씁니다. 색으로만 위계를 만들면 인쇄에서 약해집니다.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축소해서 봤을 때 읽히는 순서가 의도한 순서와 같으면 성공입니다.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위계가 있는 지면과 없는 지면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위계가 있는 지면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없는 지면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제목만 읽어도 흐름이 잡힌다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무엇부터 볼지 모르겠다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본문의 두 배 이상, 굵게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본문보다 조금 큰 정도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옅게, 이미지에 붙어 있다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본문과 같은 크기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지면당 하나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글씨가 여기저기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여백과 정렬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초보와 숙련의 차이가 가장 크게 드러나는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여백을 규칙으로 다루기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"보기 좋을 때까지"가 아니라 값을 정해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간격 값을 3~4개로 제한한다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예를 들어 8 · 16 · 32 · 64. 그 사이 값은 쓰지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관련된 것끼리 가깝게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이미지에 붙이고, 다른 덩어리와는 멀게. 거리가 관계를 말합니다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덩어리 사이는 넉넉하게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사이보다 덩어리 사이가 확실히 넓어야 구분됩니다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가장자리 여백을 침범하지 않는다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마진은 예외 없이 지킵니다. 전면 이미지만 예외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부족하면 답답하고, 규칙 없이 넓으면 산만합니다. 값을 정해두면 둘 다 피할 수 있습니다.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페이지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오늘 안에 최소 2장은 끝냅니다.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 켜기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만든 그리드를 문서에 적용하고 가이드를 켭니다. 끄고 작업하지 않습니다.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1장 — 문제 페이지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1단계로 크게. 나머지는 최소한으로. 가장 조용한 페이지입니다.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2장 — 리서치 페이지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6주차에 만든 것을 그리드에 다시 얹습니다. 세 덩어리 구조를 유지합니다.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3장 — 과정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초안을 지면으로 만듭니다. 갈림길 비교가 보이게 배치합니다.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11주차는 컬러와 이미지를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 페이지 3장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· 리서치 · 과정 페이지를 그리드와 타이포 시스템을 적용해 완성합니다.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원본 정리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 실습 재료입니다. 쓸 이미지를 한 폴더에 모으고 해상도를 확인해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편집디자인 실습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기본기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이미지–텍스트 배치 균형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 추가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3장 · 이미지 원본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10주차 편집디자인 실습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2026-09-15T09:19:56Z</dcterms:created>
  <dcterms:modified xsi:type="dcterms:W3CDTF">2026-09-15T09:19:56Z</dcterms:modified>
</cp:coreProperties>
</file>