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순회하면서 그리드 가이드를 켜놓고 작업하는지 확인할 것. 가이드를 끄고 눈대중으로 맞추는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페이지 제작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페이지 제작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타이포그래피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세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지면과 없는 지면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여백과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다루기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페이지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오늘 안에 최소 2장은 끝냅니다.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