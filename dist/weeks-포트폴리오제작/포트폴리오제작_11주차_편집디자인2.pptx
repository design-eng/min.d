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이미지 보정은 툴 사용법 수업이 아니다. '왜 보정하는가'(톤 통일)에 초점을 두고, 조작법은 짧게 시연만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해상도가 부족한 이미지를 가져온 학생이 반드시 있다. 대체 방법(재촬영·크롭·작게 배치)을 미리 준비해 둘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2번이 오늘의 실질적 성과다. 톤이 통일되면 완성도가 눈에 띄게 올라간다.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9주차 무드보드를 각자 띄워놓고 시작하게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03은 학과 특성상 인쇄 포트폴리오를 내는 학생이 있으므로 반드시 짚을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짧은 시연 위주로.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해상도 문제는 매년 나온다. '작게 배치'라는 현실적 대안을 제시할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네 항목을 순회 지도의 체크리스트로 쓰면 빠르게 봐줄 수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전체 훑기가 중요하다. 페이지 단위로만 보면 일관성 문제가 안 보인다.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플랫폼을 수업 시간에 고르기 시작하면 60분을 다 쓴다. 미리 정해 오게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11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  ·  PHASE 3 완성과 발표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편집디자인 실습 Ⅱ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컬러 시스템을 적용하고,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이미지 보정과 배치를 완성합니다.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90분 — 강의 20분 · 이미지 보정·배치 실습 60분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 페이지 3장 추가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90분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20분 · 이미지 보정·배치 실습 60분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00:00–00:20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컬러 시스템 적용 강의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6334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651760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00:20–01:20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651760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보정 · 배치 실습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651760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 + 순회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56616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584448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01:20–01:30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3584448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확인 · 과제 안내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265615" y="3584448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 확인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4828032"/>
            <a:ext cx="10911535" cy="9692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97280" y="50109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4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끝나면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097280" y="5285232"/>
            <a:ext cx="99971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6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이미지 톤이 정리되고, 페이지가 한 벌로 보이기 시작합니다.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11주차 편집디자인 실습 Ⅱ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컬러를 규칙대로 쓸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9주차에 정한 세 색을 예외 없이 적용합니다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6700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346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7432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이미지 톤을 통일할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0540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출처가 다른 이미지들이 한 벌로 보이게 만드는 일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69417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85876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58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76732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이미지와 텍스트의 균형을 잡을 수 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407822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비율과 정렬로 지면을 안정시킵니다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11주차 편집디자인 실습 Ⅱ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컬러 적용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20분. 정한 규칙을 지키는 것이 전부입니다.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RULE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컬러 적용 세 원칙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지키기 어려운 것이 아니라 잊기 쉬운 것들입니다.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강조색은 한 지면에 한 번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제목이든 태그든 하나에만. 두 곳에 쓰면 시선이 나뉘고 강조가 사라집니다.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작업 이미지의 색과 부딪히지 않게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이미지가 이미 강한 색이면 지면은 무채색으로. 지면 색이 작업과 경쟁하면 둘 다 죽습니다.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화면과 인쇄를 함께 확인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화면에서 선명한 색이 인쇄에서 탁해집니다. 인쇄본을 낼 계획이면 지금 한 장 뽑아 확인하세요.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9주차에 정한 세 색 외의 색이 지면에 등장했다면, 그건 결정이 아니라 실수일 가능성이 높습니다.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11주차 편집디자인 실습 Ⅱ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이미지 다루기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보정의 목적은 예쁘게가 아니라 톤을 맞추는 것입니다.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이미지 보정 — 이 셋만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복잡한 리터칭은 필요 없습니다. 톤이 맞으면 충분합니다.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밝기와 대비 맞추기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여러 날 여러 장소에서 찍은 사진은 밝기가 제각각입니다. 한 벌로 보이게 기준 하나를 정해 맞춥니다.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색온도 통일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어떤 건 노랗고 어떤 건 파랗습니다. 중간값을 정해 전부 맞춥니다. 이것만 해도 완성도가 크게 올라갑니다.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크롭과 배경 정리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불필요한 주변을 잘라내고, 배경이 지저분하면 단순하게. 작업이 주인공이 되게 합니다.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해상도가 부족한 이미지는 보정으로 해결되지 않습니다. 작게 배치하거나 다시 찍으세요.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11주차 편집디자인 실습 Ⅱ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BALANCE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이미지와 텍스트의 균형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지면이 불안정해 보이는 이유는 대개 이 넷 중 하나입니다.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이미지 크기에 위계가 없다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크기 여러 장 대신, 대표 하나를 크게 나머지를 작게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88720" y="267004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글과 이미지가 서로 안 맞물린다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188720" y="298094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캡션은 설명하는 이미지에 붙이고, 본문은 관련 이미지와 같은 단에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88720" y="362102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정렬 기준이 섞여 있다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188720" y="393192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왼쪽 정렬과 가운데 정렬이 한 지면에 섞이면 산만합니다. 하나로 통일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188720" y="45720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여백이 한쪽에 몰려 있다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1188720" y="48828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요소를 옮기기 전에 그리드에 다시 맞춰 보세요. 대개 그리드를 벗어난 상태입니다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지면이 어색한데 이유를 모르겠다면 넷을 순서대로 확인하세요.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11주차 편집디자인 실습 Ⅱ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· 보정과 배치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60분 · 개인 — 이미지 정리부터 시작합니다.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이미지 점검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쓸 이미지를 전부 늘어놓고 해상도와 톤을 확인합니다. 못 쓸 것을 먼저 걸러냅니다.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20분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톤 통일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 이미지 하나를 정하고 나머지를 거기에 맞춥니다. 밝기 · 대비 · 색온도 순서로.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20분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결과 페이지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이미지 하나를 크게 두고 나머지를 묶습니다. 그리드를 지킵니다.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전체 훑기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10주차분과 이어 붙여 6장을 연속으로 넘겨 봅니다. 한 벌로 보이는지 확인합니다.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11주차 편집디자인 실습 Ⅱ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12주차는 온라인 포트폴리오를 만듭니다.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포트폴리오 페이지 3장 추가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페이지와 나머지 프로젝트 페이지를 만듭니다. 10주차분과 합쳐 총 6장이 됩니다.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플랫폼 후보 정하기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12주차 실습 전에 노션 · 웹빌더 · PDF 중 어디로 갈지 후보를 정해 오세요.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85616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77056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12주차 수업 전까지 · 총 6장 제출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12주차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온라인 포트폴리오 제작 실습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플랫폼별 장단점 — 노션 · 웹빌더 · PDF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반응형 레이아웃 고려사항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업로드 및 공유 설정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온라인 초안 제작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완성한 페이지 6장 · 플랫폼 후보 · 노트북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11주차 편집디자인 실습 Ⅱ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11주차 편집디자인 실습 Ⅱ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2026-08-31T11:45:55Z</dcterms:created>
  <dcterms:modified xsi:type="dcterms:W3CDTF">2026-08-31T11:45:55Z</dcterms:modified>
</cp:coreProperties>
</file>