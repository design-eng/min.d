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편집디자인 실습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 적용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정한 규칙을 지키는 것이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컬러 적용 세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다루기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보정 — 이 셋만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이미지와 텍스트의 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· 보정과 배치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이미지 정리부터 시작합니다.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480560" y="181051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480560" y="277977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480560" y="37490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9728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480560" y="471830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2026-09-15T09:19:56Z</dcterms:created>
  <dcterms:modified xsi:type="dcterms:W3CDTF">2026-09-15T09:19:56Z</dcterms:modified>
</cp:coreProperties>
</file>