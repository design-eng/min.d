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이미지 보정·배치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이미지 정리부터 시작합니다.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