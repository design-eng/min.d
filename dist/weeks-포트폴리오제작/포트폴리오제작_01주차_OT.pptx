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수업이라 듣는 시간이 길다. 60분 강의를 한 번에 끌지 말고 20분마다 질문을 던져 끊을 것. 마지막 15분 과제 안내는 반드시 화면에 띄운 채로 진행한다.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과목은 90분이다. 2주차부터 실습과 상담 비중이 커지므로, 첫 주에만 강의가 길다는 점을 미리 말해두면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학생들은 '포트폴리오 = 예쁘게 만드는 것'으로 알고 온다. 오늘의 목적은 그 프레임을 '설득 문서'로 바꾸는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학생들에게 물어볼 것 — '여러분이 채용 담당자라면 무엇을 보고 싶겠어요?' 대개 '실력'이라고 답한다. 그 실력을 어떻게 확인하느냐로 이어가면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실질적으로 가장 중요하다. 면접에서 자기 페이지를 설명하지 못하는 지원자가 실제로 많다는 점을 사례로 들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기준은 학기 내내 크리틱의 공용 언어로 쓴다. 3주차 벤치마킹에서 다시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왼쪽과 오른쪽이 같은 작업일 수 있다는 점을 반드시 말할 것. 이 대비가 학생들에게 가장 강하게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실제 채용 공고를 한두 개 띄워 함께 읽으면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수치를 인용하지 말 것. 실제 공고 캡처를 몇 개 준비해 근거로 보여주는 편이 훨씬 설득력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Dribbble을 주 포트폴리오로 쓰려는 경우가 있다. 정보량이 부족해 서류에서 불리하다는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과제 마감이 매주 있다는 점을 여기서 못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I을 건너뛰고 바로 만들고 싶어 하는 학생이 매년 나온다. 1–5주 산출물이 6주차 이후 작업 속도를 좌우한다고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배점표가 아직 없다. 확정되면 이 슬라이드에 채워 넣을 것. 배점 없이 마감만 공지하면 학생들이 불안해하므로 '곧 공지한다'를 분명히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파일명 규칙을 첫 주에 정해두면 학기 내내 관리가 편하다.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3개를 모두 비슷한 그래픽 포트폴리오로 골라오는 경우가 많다. 서로 다른 유형(웹형·PDF형·인쇄형 등)으로 고르라고 예시를 들어 지시할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방향 설정과 기획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및 포트폴리오 이해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역할과 최근 채용 흐름을 이해하고,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운영 방식과 마감을 파악합니다.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OT 15분 · 강의 60분 · Q&amp;A 15분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 우수 포트폴리오 3개 스크랩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15분 · 강의 60분 · Q&amp;A 15분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— 과목 개요와 운영 방식 안내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00:15–01:15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트렌드 강의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및 과제 안내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질의 + 안내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포트폴리오가 어디서 어떻게 읽히는지 알고, 스크랩할 사례를 어떤 기준으로 고를지 정하게 됩니다.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포트폴리오가 채용 과정에서 어떤 역할을 하는지 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· 면접 · 배치 세 단계에서 각각 다르게 쓰입니다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포트폴리오의 공통 특징을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세 가지 기준으로 판단합니다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요즘 공고가 무엇을 요구하는지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형식과 서술 방식이 몇 년 사이 달라졌습니다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15주 흐름과 마감을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 파악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흩어진 작업을 모아, 나를 설명하는 한 벌의 문서로 만든다.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무엇을 하는가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 전에, 이것이 어디서 어떻게 읽히는지부터 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작품집이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판단을 돕는 자료입니다.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사람은 감상하러 오지 않습니다. '이 사람과 일할 수 있을까'를 판단하러 옵니다. 그 판단에 필요한 것을 주는 것이 포트폴리오의 일입니다.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단계에서 각각 다르게 쓰입니다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문서인데 읽는 목적이 매번 다릅니다.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단계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넘길지 말지를 가릅니다. 짧은 시간에 훑어보며 '더 볼 만한가'만 판단합니다. 여기서는 첫 두세 장이 전부입니다.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면접 단계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질문의 대본이 됩니다. 면접관은 포트폴리오를 펴놓고 묻습니다. 설명하지 못할 페이지는 넣지 않는 것이 낫습니다.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후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팀에 배치할지의 근거가 됩니다. 무엇을 잘하는 사람으로 보였는지가 첫 업무를 결정합니다.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그래서 '분량을 채우는 것'과 '설명할 수 있는 것만 넣는 것'은 다른 전략입니다.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포트폴리오의 공통 특징 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스타일은 달라도 잘된 것들은 이 셋을 공유합니다.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하는 사람인지 빨리 보인다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화면 또는 첫 장에서 분야와 강점이 잡힙니다. 모든 걸 다 할 수 있다고 쓰면 아무것도 못 하는 사람으로 읽힙니다.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판단할 근거가 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이미지만이 아니라 왜 그렇게 했는지가 있습니다. 팀 작업이면 내 역할이 어디까지인지 적혀 있습니다.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읽힌다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분량과 위계가 관리되어 있습니다. 페이지마다 무엇을 먼저 볼지 정해져 있고, 중간에 지치지 않습니다.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과제로 스크랩할 3개를 이 세 기준으로 평가해 보세요.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것과 읽히지 않는 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작업의 질이 아니라 서술의 질 차이입니다.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포트폴리오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읽히지 않는 포트폴리오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분야와 강점이 한 화면에 잡힌다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큰 이미지 한 장뿐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3~5개, 각각 다른 강점을 보여준다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것을 전부, 8개 이상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결정했는지가 있다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결과 이미지만 나열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구성과 담당 범위가 적혀 있다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'팀 프로젝트'라고만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42416" y="502920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99352" y="502920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5분이면 판단 가능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스크롤이 끝나지 않는다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요즘은 어떻게 보나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형식과 요구 사항이 몇 년 사이 달라졌습니다.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요즘 공고에서 자주 보이는 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통계가 아니라, 최근 공고를 읽어보면 반복해서 나타나는 요구들입니다.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제출이 기본이 되었다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첨부만 받던 곳도 웹 링크를 함께 요구하는 경우가 늘었습니다. 두 포맷을 다 준비해야 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요약본을 따로 요구한다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포트폴리오와 별도로 1~3장짜리 요약을 받는 곳이 있습니다. 무엇을 앞에 둘지 미리 정해야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서술을 명시적으로 요구한다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"문제 정의와 해결 과정을 포함할 것"이 공고 문구로 들어옵니다. 결과만으로는 요건 미충족입니다.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기여도를 별도로 묻는다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프로젝트에 대해 "본인 담당 범위를 명시"를 요구합니다. 흐릿하게 두면 감점 요인이 됩니다.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모두 '보기 좋게'가 아니라 '확인 가능하게'를 요구하는 방향입니다.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올리나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플랫폼마다 잘 맞는 작업과 주의할 점이 다릅니다.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Behance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단위 · 긴 서술에 적합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케이스 스터디를 길게 펼치기 좋다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채용 담당자 접근성이 높다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위주 소비 — 글이 길면 안 읽힌다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프로젝트별 커버 이미지가 사실상 첫인상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Dribbble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단면 · 비주얼 중심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장, 디테일 보여주기에 적합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서술에는 맞지 않는다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포트폴리오로 쓰기엔 정보량이 부족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수집처로 더 유용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사이트 · Notion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내가 정한다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순서와 위계를 직접 통제할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Notion은 빠르게 시작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도메인·링크 관리가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12주차에 이 방향으로 제작합니다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고를 필요는 없습니다. 다만 '어디를 대표로 둘지'는 정해야 링크를 하나로 낼 수 있습니다.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15주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파트로 나눠 진행합니다. 매주 결과물이 쌓이는 구조입니다.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개의 파트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 정하고, 가운데서 만들고, 뒤에서 끝냅니다.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설정과 기획 · 1–5주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포트폴리오의 개념을 이해하고 자기 분석과 벤치마킹을 거쳐 스토리라인을 기획합니다. 5주차 1:1 튜터링으로 구성을 확정합니다.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구조화와 비주얼 시스템 · 6–10주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리서치와 프로세스를 구조화하고 비주얼 아이덴티티와 편집 시스템을 세웁니다. 8주차 중간 발표가 분기점입니다.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완성과 발표 · 11–15주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디자인을 완성하고 온라인 포트폴리오와 피칭을 준비해 15주차 기말 발표로 마무리합니다.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운영과 마감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과제가 있고, 아래 다섯 개가 큰 마감입니다.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선정과 전체 구성을 확정합니다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4–5주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상황을 발표하고 방향을 점검합니다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6장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편집디자인 실습 Ⅰ·Ⅱ에서 3장씩 제작합니다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실제로 업로드합니다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+ 발표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각 7분, 최종본 제출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배점은 학과 기준 확정 후 공지합니다. 오늘은 마감 일정만 확인하세요.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 과제, 이렇게 하세요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자기 분석의 재료가 됩니다. 대충 모으면 2주차가 헛돕니다.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분야의 포트폴리오 3개를 고른다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셋을 서로 다른 유형으로 고른다 (웹형 · PDF형 · 인쇄형 등)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각각 링크와 첫 화면 캡처를 남긴다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좋았는지 한 줄씩 적는다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'예뻐서'가 아니라 구성 · 서술 · 비주얼 중 하나를 고른다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세 기준으로 각각 점검한다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참고하고 싶은 하나를 고르고 이유를 적는다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파일명을 '학번_이름_1주차'로 한다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모두 비슷한 스타일로 고르면 비교가 되지 않습니다. 일부러 다르게 고르세요.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스크랩한 포트폴리오에서 시작합니다.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 우수 포트폴리오 3개 스크랩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무관. 각각 링크와 캡처를 남기고, '무엇이 좋았는지' 한 줄씩 적습니다. 셋 다 같은 스타일로 고르지 마세요.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고른 이유 한 문장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'예뻐서'는 이유가 아닙니다. 구성 · 서술 · 비주얼 중 무엇이 좋았는지 골라 씁니다.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역량 분석 및 방향 설정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기반 자기 역량 분석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직무별 요구 역량 비교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방향 설정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스크랩한 포트폴리오 3개 · 노트북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1주차 OT 및 포트폴리오 이해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