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정하기와 계획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스토리보드 양식에 채웁니다.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정하기와 계획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