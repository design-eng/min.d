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오늘 정한 목록이 학기 후반 작업량을 결정한다. 욕심내서 7~8개를 남기는 학생은 10~11주차에 반드시 무너지므로 오늘 줄이게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실습 50분 동안 순회하며 '이건 왜 넣었어요?'를 한 번씩 물어봐 주면 학생 스스로 기준을 점검하게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2번이 오늘의 핵심. 학생들은 가진 것을 다 넣으려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강의는 20분 안에 끝낼 것. 나머지는 실습.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점수를 매기게 하면 애착으로 고르는 걸 막을 수 있다. 실습에서 실제로 매기게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분량 계산을 실제로 보여주면 설득이 빠르다 — 프로젝트 6개면 하나당 3~4장, 그러면 과정을 못 넣는다.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여기서 스토리보드 양식을 화면에 띄우고 설명.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학생 대부분이 결과에 장수를 몰아준다. 배분 숫자를 제시하면 바로 고쳐진다.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시간순이 무조건 나쁜 건 아니다. 성장 서사를 의도한 경우는 예외라고 덧붙일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점수 매기기를 건너뛰고 바로 고르려는 학생이 있다. 10분은 반드시 지키게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'평가하지 말고 묻기만'을 강조. 4주차 동료 피드백에서 서로 지적하기 시작하면 분위기가 나빠진다.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'빼기로 한 것'을 같이 받아야 튜터링에서 되살릴지 판단할 수 있다. 반드시 함께 제출하게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04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  ·  PHASE 1 방향 설정과 기획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스토리라인 기획 Ⅰ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포트폴리오에 넣을 프로젝트를 기준에 따라 고르고,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전체 스토리라인 초안을 만듭니다.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실내·산업디자인학과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120분 — 강의 20분 · 실습 70분 · 동료 피드백 20분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스토리라인 초안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오늘의 120분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20분 · 실습 70분 · 동료 피드백 20분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00:00–00:20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선정 기준 강의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531059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549347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00:20–01:05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549347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— 스토리라인 작성 (1)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549347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3361334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379622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01:05–01:15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3379622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4191610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4209898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01:15–01:40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377440" y="4209898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— 스토리라인 작성 (2)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265615" y="4209898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 + 순회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0080" y="5021885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040173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01:40–02:00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377440" y="5040173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동료 피드백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265615" y="5040173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2인 1조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40080" y="5852160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4주차 스토리라인 기획 Ⅰ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끝나면 여러분은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프로젝트를 기준에 따라 고를 수 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감이 아니라 세 가지 축으로 판단합니다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6700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346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834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7432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무엇을 뺄지 결정할 수 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30540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빼는 결정이 넣는 결정보다 어렵고 더 중요합니다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69417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85876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587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76732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문제–과정–결과 구조로 흐름을 짤 수 있다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407822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프로젝트 안의 서사 구조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4718304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4882896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8828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188720" y="4791456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전체 순서와 장수를 배분할 수 있다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1188720" y="5102352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맨 앞에 둘지가 첫인상을 결정합니다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4주차 스토리라인 기획 Ⅰ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무엇을 넣을 것인가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20분. 기준을 먼저 세우고 목록을 봅니다. 순서가 반대면 애착으로 고르게 됩니다.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CRITERIA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선정 우선순위 세 축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축 모두 높은 프로젝트가 맨 앞으로 갑니다.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관련성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2주차에 정한 목표 직무가 요구하는 것과 겹치는가. 아무리 잘 만들었어도 직무와 무관하면 뒤로 보냅니다.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완성도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상태로 남에게 보여줄 수 있는가. 아직 아니라면 학기 중에 보완할 시간이 있는지 계산합니다.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차별성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3주차 벤치마킹에서 찾은 '남들이 덜 하는 것'과 맞닿아 있는가. 여기가 기억에 남는 지점입니다.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축을 각각 5점으로 매겨 총점 순으로 줄 세우면 결정이 훨씬 빨라집니다.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4주차 스토리라인 기획 Ⅰ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COUNT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몇 개를 넣나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많이 넣을수록 좋아 보이지만, 실제로는 반대입니다.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3~5개가 적정합니다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읽는 사람이 끝까지 볼 수 있는 분량이고, 각각에 충분한 장수를 줄 수 있습니다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88720" y="267004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약한 하나가 전체를 끌어내립니다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188720" y="298094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평균이 아니라 가장 약한 것으로 기억되는 경우가 많습니다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188720" y="362102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각 프로젝트가 다른 강점을 보여야 합니다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1188720" y="393192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비슷한 것 세 개는 하나와 같습니다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188720" y="45720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맨 앞은 가장 강한 것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1188720" y="48828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서류 단계에서는 앞 두세 장만 읽힙니다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10~11주차에 페이지를 6장 만듭니다. 프로젝트가 많으면 하나당 한 장꼴이 되어 아무것도 설명되지 않습니다.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4주차 스토리라인 기획 Ⅰ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어떤 순서로 이야기할 것인가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프로젝트 안의 구조와 전체의 순서, 두 층을 함께 짭니다.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프로젝트 안의 구조 — 문제 · 과정 · 결과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어느 유형의 프로젝트든 이 세 덩어리로 나뉩니다.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문제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왜 했는가. 한 문장으로 씁니다. 이 문장이 없으면 뒤가 다 나열로 읽힙니다. 과제였다면 과제 조건이 아니라 내가 잡은 문제를 씁니다.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과정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어떻게 했는가. 고민한 지점과 고른 이유. 버린 대안이 있으면 그것도. 여기가 가장 많은 장수를 차지합니다.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결과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무엇이 되었는가. 최종 결과물과 함께, 가능하면 무엇이 달라졌는지. 회고 한 줄이 있으면 인상이 크게 달라집니다.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장수 배분은 대략 문제 1 · 과정 3 · 결과 2 정도가 무난합니다.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4주차 스토리라인 기획 Ⅰ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ORDER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전체 순서 짜기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4개를 어떻게 배열하느냐로 인상이 달라집니다.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27632"/>
            <a:ext cx="5254600" cy="4078224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설계된 순서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297016" y="1627632"/>
            <a:ext cx="5254600" cy="407822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99352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B9B9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그냥 시간순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42416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번째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42416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직무와 가장 가까운 것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699352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번째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699352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최근 작업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1042416" y="3054096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99352" y="3054096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42416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두 번째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다른 강점을 보여주는 것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699352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두 번째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699352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그다음 최근 작업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1042416" y="3712464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699352" y="3712464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42416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중간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42416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실험적이거나 개인 작업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699352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중간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699352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학년 순서대로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1042416" y="4370832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99352" y="4370832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42416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마지막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42416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여운이 남는 것 또는 짧은 것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6699352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마지막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699352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오래된 것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1042416" y="5029200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699352" y="5029200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042416" y="508406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효과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042416" y="5321808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잘하는 사람인지 남는다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6699352" y="508406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효과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6699352" y="5321808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성장 과정은 보이지만 강점이 안 남는다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4주차 스토리라인 기획 Ⅰ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실습 · 스토리라인 작성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70분 · 개인 — 스토리보드 양식에 채웁니다. 중간에 휴식이 한 번 들어갑니다.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12분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목록과 점수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보유 프로젝트를 전부 적고, 관련성 · 완성도 · 차별성을 각 5점으로 매깁니다.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13분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고르고 빼기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총점 순으로 3~5개를 남깁니다. 뺀 것도 따로 적어 둡니다.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30분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안쪽 구조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남긴 것마다 문제 · 과정 · 결과를 한 줄씩 쓰고 장수를 배분합니다.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15분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전체 순서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배열을 정하고, 왜 그 순서인지 한 줄로 적습니다.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4주차 스토리라인 기획 Ⅰ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PEER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동료 피드백 20분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2인 1조. 서로의 목록을 보고 세 가지만 묻습니다.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"이건 왜 넣었어요?"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답이 '열심히 했어서'면 기준이 아니라 애착입니다. 세 축 중 무엇 때문인지 말하게 합니다.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"이 순서인 이유는요?"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첫 번째 프로젝트를 왜 앞에 뒀는지 물어봅니다. 답이 없으면 순서가 아직 안 정해진 것입니다.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"뺀 것 중에 아까운 건요?"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미련이 남는 것이 있다면 왜인지 들어봅니다. 5주차 튜터링에서 되살릴지 판단할 재료가 됩니다.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평가하지 말고 묻기만 하세요. 답하다 보면 본인이 먼저 문제를 발견합니다.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4주차 스토리라인 기획 Ⅰ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P.08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방향 설정과 기획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5주차는 오늘 만든 초안을 1:1로 다듬습니다.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스토리라인 초안 제출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수록 프로젝트 목록 · 순서 · 각 프로젝트의 장수 배분 · 한 줄 요약을 스토리보드 양식에 채웁니다.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빼기로 한 것 목록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고민했지만 넣지 않기로 한 프로젝트와 그 이유. 5주차 튜터링에서 다시 볼 수 있습니다.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85616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77056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5주차 수업 전까지 · 클래스룸 업로드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05주차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스토리라인 기획 Ⅱ — 개별 피드백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1:1 튜터링으로 스토리라인 보완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구성상 약점 파악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스토리라인 재구성 전략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콘텐츠 구조화 준비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스토리라인 초안 · 빼기로 한 것 목록 · 노트북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4주차 스토리라인 기획 Ⅰ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P.09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포트폴리오제작 · 4주차 스토리라인 기획 Ⅰ</dc:title>
  <dc:subject>원광대학교 2026-2 · 실내·산업디자인학과 3학년 · 15주 · 포트폴리오 완성과 발표</dc:subject>
  <dc:creator>MIN.D</dc:creator>
  <cp:lastModifiedBy>MIN.D</cp:lastModifiedBy>
  <cp:revision>1</cp:revision>
  <dcterms:created xsi:type="dcterms:W3CDTF">2026-09-06T01:39:01Z</dcterms:created>
  <dcterms:modified xsi:type="dcterms:W3CDTF">2026-09-06T01:39:01Z</dcterms:modified>
</cp:coreProperties>
</file>