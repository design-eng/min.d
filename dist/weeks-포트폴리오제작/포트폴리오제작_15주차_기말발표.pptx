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개인별 최종 발표 각 8분 · 종합 피드백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8분 · 종합 피드백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평가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1부 · 각 8분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2부 · 각 8분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