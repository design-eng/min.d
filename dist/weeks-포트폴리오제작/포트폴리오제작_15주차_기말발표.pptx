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인원이 많으면 60분에 7분씩은 8~9명분이다. 2주에 나누거나 5분으로 줄여야 한다. 원본의 '팀별'은 개인 포트폴리오 과목이라 개인 발표로 잡았다.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4번이 이 과목의 마지막 메시지다. 포트폴리오는 완성되는 것이 아니라 계속 갱신되는 문서다.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타이머 필수. 순서는 미리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발표 시작 5분 전에 이 슬라이드를 띄워두면 학생들이 스스로 점검한다.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20분. 총평은 개별 지적보다 공통 사항 위주로.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03을 솔직하게 쓰게 하려면 성적과 무관하다는 점을 분명히 말해야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슬라이드. 이 메시지로 끝내면 학생들이 학기 후에도 관리한다.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자기평가와 '다음 채울 것'은 성적용이 아니라 학생 본인을 위한 것이다. 형식적으로 받지 말고 짧게라도 피드백을 돌려줄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  ·  PHASE 3 완성과 발표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기말 발표 및 종합 평가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완성된 포트폴리오를 발표하고,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학기 성과를 점검해 다음 단계로 넘깁니다.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포트폴리오 (링크 + PDF)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하는 것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완성된 포트폴리오를 발표한다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— 3분 코어에 질의 응답을 더한 형태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종합 피드백을 받는다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지적보다 전체에 공통된 것 위주로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학기 성과를 스스로 점검한다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 초 방향 문장과 지금을 비교합니다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1830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828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79145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다음에 채울 것을 적는다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5102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오늘로 끝이 아니라 다음 시작점을 만드는 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15주차 기말 발표 및 종합 평가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발표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7분. 3분 스크립트를 코어로 하고 나머지는 질의에 씁니다.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발표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전에 스스로 한 번 훑어보세요.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링크가 시크릿 창에서 열린다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용량이 10MB 이하다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파일명이 '이름_포트폴리오_2026' 형식이다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표지에 이름 · 분야 · 연락처가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프로젝트마다 문제 문장이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작업에 내 역할이 명시되어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오탈자를 한 번 이상 검수했다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안에 코어를 말할 수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 검수를 마지막까지 미루지 마세요. 완성도에 대한 인상을 가장 크게 좌우합니다.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15주차 기말 발표 및 종합 평가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학기 마무리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했고 무엇이 남았는지 정리하고 끝냅니다.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자기평가 세 가지 질문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성적을 위한 것이 아니라 다음을 위한 것입니다.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 문장은 지켜졌나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 쓴 「나는 (직무)에게 (강점 3개)를 (인상)으로 보여주는 포트폴리오를 만든다」를 다시 읽어 보세요. 지금 결과물이 그 문장과 맞습니까?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가장 크게 달라졌나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 초 상태와 비교해 한 가지만 고르세요. 그것이 이번 학기에 실제로 익힌 것입니다.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아직 비어 있나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솔직하게. 과정 서술이 약한지, 프로젝트 수가 부족한지, 특정 역량의 증거가 없는지.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03의 답이 다음 학기 계획이 됩니다. 부끄러워할 것이 아니라 목록으로 만들 것입니다.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15주차 기말 발표 및 종합 평가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차년도 준비 방향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포트폴리오는 오늘 완성된 것이 아니라, 갱신되기 시작한 것입니다.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비어 있는 칸을 채운다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자기평가 03에서 적은 것. 방학 중 개인 작업이나 공모전으로 채울 수 있습니다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 자료를 그때그때 남긴다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학기에 가장 아쉬웠던 부분입니다. 다음 작업부터는 진행 중에 기록하세요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지원처가 정해지면 다시 맞춘다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포트폴리오는 한 벌로 끝나지 않습니다. 지원처에 따라 순서와 강조를 바꿉니다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링크를 살아 있게 유지한다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학기가 끝나도 링크가 열리는지 가끔 확인하세요. 죽은 링크는 없는 것과 같습니다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학기 동안 만든 것은 최종본이 아니라 기준선입니다. 여기서부터 고쳐 나가면 됩니다.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15주차 기말 발표 및 종합 평가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학기가 끝납니다. 아래는 방학 중 권장 사항입니다.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포트폴리오 제출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링크와 PDF 모두. 링크는 시크릿 창에서 열리는지 마지막으로 확인하세요.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자기평가 1장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 초 방향 문장과 지금 결과물을 비교합니다. 무엇이 채워졌고 무엇이 남았는지.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채울 것 3가지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방학과 4학년에 보완할 항목. 이 목록이 다음 학기의 시작점이 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오늘 · 발표 후 최종본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—주차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학기 종료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포트폴리오 제출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자기평가 1장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채울 것 3가지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방학 중 보완 권장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수고하셨습니다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15주차 기말 발표 및 종합 평가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15주차 기말 발표 및 종합 평가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2026-09-15T09:19:56Z</dcterms:created>
  <dcterms:modified xsi:type="dcterms:W3CDTF">2026-09-15T09:19:56Z</dcterms:modified>
</cp:coreProperties>
</file>