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인원이 많으면 60분에 7분씩은 8~9명분이다. 2주에 나누거나 5분으로 줄여야 한다. 원본의 '팀별'은 개인 포트폴리오 과목이라 개인 발표로 잡았다.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발표마다 질의를 1~2개씩 받으면 7분이 금방 찬다. 타이머를 띄우고 정확히 끊되, 마지막 총평 20분은 반드시 확보할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4번이 이 과목의 마지막 메시지다. 포트폴리오는 완성되는 것이 아니라 계속 갱신되는 문서다.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타이머 필수. 순서는 미리 공지.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발표 시작 5분 전에 이 슬라이드를 띄워두면 학생들이 스스로 점검한다.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20분. 총평은 개별 지적보다 공통 사항 위주로.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03을 솔직하게 쓰게 하려면 성적과 무관하다는 점을 분명히 말해야 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마지막 슬라이드. 이 메시지로 끝내면 학생들이 학기 후에도 관리한다.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자기평가와 '다음 채울 것'은 성적용이 아니라 학생 본인을 위한 것이다. 형식적으로 받지 말고 짧게라도 피드백을 돌려줄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완성과 발표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94015" y="713232"/>
            <a:ext cx="3657600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15</a:t>
            </a:r>
            <a:endParaRPr lang="en-US" sz="13200" dirty="0"/>
          </a:p>
        </p:txBody>
      </p:sp>
      <p:sp>
        <p:nvSpPr>
          <p:cNvPr id="7" name="Shape 5"/>
          <p:cNvSpPr/>
          <p:nvPr/>
        </p:nvSpPr>
        <p:spPr>
          <a:xfrm>
            <a:off x="941832" y="877824"/>
            <a:ext cx="0" cy="603504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901952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15  ·  PHASE 3 완성과 발표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194560"/>
            <a:ext cx="859536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48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기말 발표 및 종합 평가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78638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완성된 포트폴리오를 발표하고,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한 학기 성과를 점검해 다음 단계로 넘깁니다.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40080" y="4443984"/>
            <a:ext cx="274320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464515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과목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1645920" y="4645152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실내·산업디자인학과 3학년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" y="502920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645920" y="5029200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120분 — 개인별 최종 발표 각 8분 · 종합 피드백 15분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" y="541324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제출물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1645920" y="5413248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최종 포트폴리오 (링크 + PDF)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WONKWANG UNIV · 2026-2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완성과 발표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TODAY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오늘의 120분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개인별 최종 발표 각 8분 · 종합 피드백 15분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8249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719072"/>
            <a:ext cx="1600200" cy="691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00:00–00:10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377440" y="1719072"/>
            <a:ext cx="6888175" cy="691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 순서 · 평가 안내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265615" y="1719072"/>
            <a:ext cx="2286000" cy="691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안내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40080" y="239268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2410968"/>
            <a:ext cx="1600200" cy="691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00:10–01:05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2377440" y="2410968"/>
            <a:ext cx="6888175" cy="691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개인별 최종 발표 1부 · 각 8분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265615" y="2410968"/>
            <a:ext cx="2286000" cy="691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 + 질의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40080" y="308457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3102864"/>
            <a:ext cx="1600200" cy="691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01:05–01:15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2377440" y="3102864"/>
            <a:ext cx="6888175" cy="691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휴식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40080" y="3776472"/>
            <a:ext cx="10911535" cy="7315"/>
          </a:xfrm>
          <a:prstGeom prst="rect">
            <a:avLst/>
          </a:prstGeom>
          <a:solidFill>
            <a:srgbClr val="EFEFEF"/>
          </a:solidFill>
          <a:ln w="12700">
            <a:solidFill>
              <a:srgbClr val="EFEFE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3794760"/>
            <a:ext cx="1600200" cy="691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01:15–01:45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2377440" y="3794760"/>
            <a:ext cx="6888175" cy="691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개인별 최종 발표 2부 · 각 8분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9265615" y="3794760"/>
            <a:ext cx="2286000" cy="691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 + 질의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40080" y="446836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4486656"/>
            <a:ext cx="1600200" cy="691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01:45–01:55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2377440" y="4486656"/>
            <a:ext cx="6888175" cy="691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피드백 및 총평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9265615" y="4486656"/>
            <a:ext cx="2286000" cy="691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40080" y="5160264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5178552"/>
            <a:ext cx="1600200" cy="691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01:55–02:00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2377440" y="5178552"/>
            <a:ext cx="6888175" cy="691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자기평가 · 차년도 준비 안내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9265615" y="5178552"/>
            <a:ext cx="2286000" cy="691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안내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640080" y="5852160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15주차 기말 발표 및 종합 평가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P.01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완성과 발표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OBJECTIVES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 하는 것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640080" y="166420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81051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188720" y="1719072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완성된 포트폴리오를 발표한다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1188720" y="2029968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7분 — 3분 코어에 질의 응답을 더한 형태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" y="267004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2834640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28346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188720" y="2743200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종합 피드백을 받는다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1188720" y="3054096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개별 지적보다 전체에 공통된 것 위주로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369417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080" y="3858768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8587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188720" y="3767328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학기 성과를 스스로 점검한다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1188720" y="4078224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학기 초 방향 문장과 지금을 비교합니다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" y="4718304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40080" y="4882896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48828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1188720" y="4791456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다음에 채울 것을 적는다</a:t>
            </a:r>
            <a:endParaRPr lang="en-US" sz="1450" dirty="0"/>
          </a:p>
        </p:txBody>
      </p:sp>
      <p:sp>
        <p:nvSpPr>
          <p:cNvPr id="27" name="Text 25"/>
          <p:cNvSpPr/>
          <p:nvPr/>
        </p:nvSpPr>
        <p:spPr>
          <a:xfrm>
            <a:off x="1188720" y="5102352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오늘로 끝이 아니라 다음 시작점을 만드는 일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15주차 기말 발표 및 종합 평가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P.02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완성과 발표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01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01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최종 발표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7분. 3분 스크립트를 코어로 하고 나머지는 질의에 씁니다.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01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완성과 발표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CHECK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최종 발표 체크리스트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 전에 스스로 한 번 훑어보세요.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5564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189280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18928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353312" y="175564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링크가 시크릿 창에서 열린다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248716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262432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26243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353312" y="248716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PDF 용량이 10MB 이하다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321868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4400" y="335584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4400" y="3355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353312" y="321868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파일명이 '이름_포트폴리오_2026' 형식이다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40080" y="395020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14400" y="408736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4087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353312" y="395020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표지에 이름 · 분야 · 연락처가 있다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297016" y="175564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571336" y="189280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571336" y="18928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7010248" y="175564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프로젝트마다 문제 문장이 있다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297016" y="248716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571336" y="262432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571336" y="26243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7010248" y="248716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팀 작업에 내 역할이 명시되어 있다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6297016" y="321868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571336" y="335584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571336" y="3355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7010248" y="321868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오탈자를 한 번 이상 검수했다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6297016" y="395020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571336" y="408736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571336" y="4087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7010248" y="395020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3분 안에 코어를 말할 수 있다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640080" y="4736592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080" y="4846320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오탈자 검수를 마지막까지 미루지 마세요. 완성도에 대한 인상을 가장 크게 좌우합니다.</a:t>
            </a:r>
            <a:endParaRPr lang="en-US" sz="1250" dirty="0"/>
          </a:p>
        </p:txBody>
      </p:sp>
      <p:sp>
        <p:nvSpPr>
          <p:cNvPr id="43" name="Shape 41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15주차 기말 발표 및 종합 평가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P.03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완성과 발표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02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02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학기 마무리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무엇을 했고 무엇이 남았는지 정리하고 끝냅니다.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02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완성과 발표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자기평가 세 가지 질문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성적을 위한 것이 아니라 다음을 위한 것입니다.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방향 문장은 지켜졌나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2주차에 쓴 「나는 (직무)에게 (강점 3개)를 (인상)으로 보여주는 포트폴리오를 만든다」를 다시 읽어 보세요. 지금 결과물이 그 문장과 맞습니까?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99178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8322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무엇이 가장 크게 달라졌나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학기 초 상태와 비교해 한 가지만 고르세요. 그것이 이번 학기에 실제로 익힌 것입니다.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58277" y="1737360"/>
            <a:ext cx="3393338" cy="303580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42325" y="2011680"/>
            <a:ext cx="365760" cy="365760"/>
          </a:xfrm>
          <a:prstGeom prst="ellipse">
            <a:avLst/>
          </a:prstGeom>
          <a:solidFill>
            <a:srgbClr val="11111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무엇이 아직 비어 있나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솔직하게. 과정 서술이 약한지, 프로젝트 수가 부족한지, 특정 역량의 증거가 없는지.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084064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193792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03의 답이 다음 학기 계획이 됩니다. 부끄러워할 것이 아니라 목록으로 만들 것입니다.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15주차 기말 발표 및 종합 평가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P.04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완성과 발표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NEXT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차년도 준비 방향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포트폴리오는 오늘 완성된 것이 아니라, 갱신되기 시작한 것입니다.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6420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181051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88720" y="1719072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비어 있는 칸을 채운다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1188720" y="2029968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자기평가 03에서 적은 것. 방학 중 개인 작업이나 공모전으로 채울 수 있습니다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259689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" y="2761488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7614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188720" y="2670048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과정 자료를 그때그때 남긴다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1188720" y="2980944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이번 학기에 가장 아쉬웠던 부분입니다. 다음 작업부터는 진행 중에 기록하세요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35478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0080" y="3712464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37124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188720" y="3621024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지원처가 정해지면 다시 맞춘다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1188720" y="3931920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포트폴리오는 한 벌로 끝나지 않습니다. 지원처에 따라 순서와 강조를 바꿉니다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449884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40080" y="4663440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46634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1188720" y="4572000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링크를 살아 있게 유지한다</a:t>
            </a:r>
            <a:endParaRPr lang="en-US" sz="1450" dirty="0"/>
          </a:p>
        </p:txBody>
      </p:sp>
      <p:sp>
        <p:nvSpPr>
          <p:cNvPr id="28" name="Text 26"/>
          <p:cNvSpPr/>
          <p:nvPr/>
        </p:nvSpPr>
        <p:spPr>
          <a:xfrm>
            <a:off x="1188720" y="4882896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학기가 끝나도 링크가 열리는지 가끔 확인하세요. 죽은 링크는 없는 것과 같습니다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40080" y="552297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563270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학기 동안 만든 것은 최종본이 아니라 기준선입니다. 여기서부터 고쳐 나가면 됩니다.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15주차 기말 발표 및 종합 평가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P.05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완성과 발표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HOMEWORK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과제와 다음 주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학기가 끝납니다. 아래는 방학 중 권장 사항입니다.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69264" y="1993392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9264" y="19933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426464" y="1810512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최종 포트폴리오 제출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426464" y="2121408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온라인 링크와 PDF 모두. 링크는 시크릿 창에서 열리는지 마지막으로 확인하세요.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2743200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69264" y="3017520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9264" y="3017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426464" y="2834640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자기평가 1장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426464" y="3145536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학기 초 방향 문장과 지금 결과물을 비교합니다. 무엇이 채워졌고 무엇이 남았는지.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3767328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69264" y="4041648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69264" y="40416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426464" y="3858768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다음 채울 것 3가지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426464" y="4169664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방학과 4학년에 보완할 항목. 이 목록이 다음 학기의 시작점이 됩니다.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4809744"/>
            <a:ext cx="630936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4901184"/>
            <a:ext cx="6309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 — 오늘 · 발표 후 최종본 제출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7351776" y="1719072"/>
            <a:ext cx="4199839" cy="380390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735824" y="1993392"/>
            <a:ext cx="34317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NEXT WEEK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7735824" y="2286000"/>
            <a:ext cx="3431743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—주차</a:t>
            </a:r>
            <a:endParaRPr lang="en-US" sz="2600" dirty="0"/>
          </a:p>
        </p:txBody>
      </p:sp>
      <p:sp>
        <p:nvSpPr>
          <p:cNvPr id="29" name="Text 27"/>
          <p:cNvSpPr/>
          <p:nvPr/>
        </p:nvSpPr>
        <p:spPr>
          <a:xfrm>
            <a:off x="7735824" y="2743200"/>
            <a:ext cx="343174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학기 종료</a:t>
            </a:r>
            <a:endParaRPr lang="en-US" sz="1700" dirty="0"/>
          </a:p>
        </p:txBody>
      </p:sp>
      <p:sp>
        <p:nvSpPr>
          <p:cNvPr id="30" name="Shape 28"/>
          <p:cNvSpPr/>
          <p:nvPr/>
        </p:nvSpPr>
        <p:spPr>
          <a:xfrm>
            <a:off x="7735824" y="3346704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735824" y="3493008"/>
            <a:ext cx="3431743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최종 포트폴리오 제출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자기평가 1장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채울 것 3가지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방학 중 보완 권장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7735824" y="4700016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735824" y="4809744"/>
            <a:ext cx="343174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미리 준비할 것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7735824" y="5065776"/>
            <a:ext cx="34317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수고하셨습니다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15주차 기말 발표 및 종합 평가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P.06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MIN.D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포트폴리오제작 · 15주차 기말 발표 및 종합 평가</dc:title>
  <dc:subject>원광대학교 2026-2 · 실내·산업디자인학과 3학년 · 15주 · 포트폴리오 완성과 발표</dc:subject>
  <dc:creator>MIN.D</dc:creator>
  <cp:lastModifiedBy>MIN.D</cp:lastModifiedBy>
  <cp:revision>1</cp:revision>
  <dcterms:created xsi:type="dcterms:W3CDTF">2026-08-31T15:16:52Z</dcterms:created>
  <dcterms:modified xsi:type="dcterms:W3CDTF">2026-08-31T15:16:52Z</dcterms:modified>
</cp:coreProperties>
</file>