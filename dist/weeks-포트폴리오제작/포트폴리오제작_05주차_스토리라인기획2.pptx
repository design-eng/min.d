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원본에는 '90분 전체 1:1 튜터링'으로 되어 있었으나 실제 수업이 120분이므로 튜터링을 90분으로 늘리고 앞뒤에 안내·정리 10분씩, 중간에 휴식 10분을 두었다. 1인 7분 기준 12~13명까지 소화된다. 인원에 따라 1인당 시간을 조정할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'마지막 시점'이라는 말을 분명히 할 것. 8주차 중간발표 때 방향을 바꾸겠다는 학생이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구조로 운영하면 대기 시간이 낭비되지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인쇄해서 나눠주면 운영이 훨씬 매끄럽다.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튜터링 전에 이 슬라이드를 띄워두면 학생이 스스로 진단하고 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02가 가장 많다. 6~7주차가 그 해결 시간이라는 연결을 반드시 말해줄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학생들은 곧장 '다시 만들어야 하나요'로 간다. 01부터 검토하게 하면 불필요한 재작업이 크게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슬라이드가 실질적으로 가장 중요하다. 자료가 없어 6~7주차가 공회전하는 경우가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변경 이력을 요구하면 튜터링 내용이 실제로 반영됐는지 바로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1 방향 정하기와 계획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스토리라인 기획 Ⅱ — 개별 피드백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1:1 튜터링으로 스토리라인의 약점을 찾아 고치고,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콘텐츠 구조화 단계로 넘어갈 준비를 마칩니다.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스토리라인의 약한 지점을 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자가진단 8항목으로 먼저 찾고, 튜터링에서 확인합니다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어떻게 고칠지 정한다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지적을 받는 것이 아니라 수정 계획을 갖고 나가는 것이 목표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I을 닫는다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6주차부터는 만드는 단계입니다. 오늘 이후 큰 방향 전환은 어렵습니다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9145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오늘이 방향을 바꿀 수 있는 마지막 시점입니다. 망설이는 게 있으면 지금 말하세요.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대기 중에 할 것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튜터링을 기다리는 동안 자가진단을 채웁니다. 채운 사람부터 부릅니다.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스토리라인 자가진단 8항목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튜터링 전에 스스로 채웁니다. 막힌 항목을 들고 오세요.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수록 프로젝트가 3~5개다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프로젝트를 넣은 이유를 세 축으로 말할 수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개 이상이 서로 다른 강점을 보여준다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프로젝트에 문제 문장이 한 줄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문장이 '과제 조건'이 아니라 '내가 잡은 문제'다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장수 배분이 문제 1 · 과정 3 · 결과 2 정도다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 앞 프로젝트가 목표 직무와 가장 가깝다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순서에 이유가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체크가 안 되는 항목이 오늘 튜터링의 주제입니다. 전부 체크되면 다음 단계 이야기를 합니다.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자주 나오는 약점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매년 반복되는 세 가지입니다. 내 것이 여기 해당하는지 먼저 보세요.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WEAKNESS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구성상 흔한 약점 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방법까지 함께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 비슷하다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프로젝트가 같은 유형·같은 구성입니다. 읽는 사람에게는 하나로 기억됩니다.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하나를 성격이 다른 것으로 교체하거나, 같은 프로젝트라도 다른 측면을 앞세웁니다.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과정이 비어 있다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결과는 있는데 그 사이가 없습니다. 판단할 근거가 없어 실력이 확인되지 않습니다.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6~7주차 실습이 정확히 이 칸을 채우는 시간입니다. 자료를 모아 오세요.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역할이 안 보인다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과제인데 '우리는'으로만 서술되어 있습니다.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팀 구성 · 내 담당 범위 · 내가 결정한 것을 한 줄씩 명시합니다.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 다 6~11주차 작업으로 고칠 수 있습니다. 다만 지금 인지해야 그때 고쳐집니다.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재구성 전략 세 가지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다시 만들 필요는 없습니다. 대개 이 셋 중 하나로 해결됩니다.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순서만 바꾼다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저렴한 수정입니다. 맨 앞을 교체하는 것만으로 인상이 크게 달라집니다. 작업량 없음.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하나를 교체한다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약한 것을 빼고 뺐던 것 중 하나를 되살립니다. 4주차에 '빼기로 한 목록'을 받아둔 이유입니다.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안쪽을 다시 쓴다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프로젝트는 그대로 두고 문제 문장과 과정 서술만 다시 씁니다. 가장 효과가 크고, 6~7주차 실습이 바로 이 작업입니다.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→ 02 → 03 순으로 검토하세요. 앞쪽일수록 비용이 적습니다.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II 준비 — 무엇을 가져와야 하나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6주차부터는 자료가 없으면 실습을 할 수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조사 자료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프로젝트를 하며 모았던 자료 · 참고 이미지 · 인터뷰나 설문 기록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산출물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 · 초안 · 버려진 시안. 과정 페이지의 실제 재료가 됩니다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제작 기록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중 찍은 사진 · 모형 · 테스트 장면. 프로세스형 서술의 핵심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파일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해상도가 확보된 원본. 10~11주차 편집에서 필요합니다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"그때 안 찍어놨는데요" — 지금 다시 만들 수 있는 것은 다시 만드세요. 6주차 전까지가 마지막 기회입니다.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6주차부터는 실제로 페이지를 만들기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반영본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튜터링에서 나온 지적을 반영해 스토리라인을 다시 씁니다. 무엇을 어떻게 바꿨는지 변경 이력을 함께 적습니다.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자료 모으기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실습에 쓸 재료입니다. 각 프로젝트의 조사 자료 · 사진 · 스케치를 한 폴더에 모아 오세요.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6주차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콘텐츠 구조화 Ⅰ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문제정의 문장 작성 원칙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Miro를 활용한 리서치 시각화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정리 페이지 실습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스토리라인 · 리서치 자료 폴더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5주차 스토리라인 기획 Ⅱ — 개별 피드백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5주차 스토리라인 기획 Ⅱ — 개별 피드백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2026-09-15T09:19:56Z</dcterms:created>
  <dcterms:modified xsi:type="dcterms:W3CDTF">2026-09-15T09:19:56Z</dcterms:modified>
</cp:coreProperties>
</file>